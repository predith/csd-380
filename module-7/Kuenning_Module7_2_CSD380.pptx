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0DBB44-7426-4820-9645-3C91CDD6935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E4591CA2-3AFB-40B1-8210-F0519E8ACC51}">
      <dgm:prSet/>
      <dgm:spPr/>
      <dgm:t>
        <a:bodyPr/>
        <a:lstStyle/>
        <a:p>
          <a:r>
            <a:rPr lang="en-US"/>
            <a:t>DevOps stands for a shared ownership of services across a development team and the operations team. They are all accountable for reliability in production.</a:t>
          </a:r>
        </a:p>
      </dgm:t>
    </dgm:pt>
    <dgm:pt modelId="{4B739A58-EC9D-4B6E-A896-3BFA50D9DA6B}" type="parTrans" cxnId="{BF66DFE6-5A07-4B37-8CC1-F4848F0526EF}">
      <dgm:prSet/>
      <dgm:spPr/>
      <dgm:t>
        <a:bodyPr/>
        <a:lstStyle/>
        <a:p>
          <a:endParaRPr lang="en-US"/>
        </a:p>
      </dgm:t>
    </dgm:pt>
    <dgm:pt modelId="{C6DA7DF0-A6DD-4050-B251-F95EBC5D1654}" type="sibTrans" cxnId="{BF66DFE6-5A07-4B37-8CC1-F4848F0526EF}">
      <dgm:prSet/>
      <dgm:spPr/>
      <dgm:t>
        <a:bodyPr/>
        <a:lstStyle/>
        <a:p>
          <a:endParaRPr lang="en-US"/>
        </a:p>
      </dgm:t>
    </dgm:pt>
    <dgm:pt modelId="{CD815855-2BD9-4753-89AC-A7BC20C6FCCF}">
      <dgm:prSet/>
      <dgm:spPr/>
      <dgm:t>
        <a:bodyPr/>
        <a:lstStyle/>
        <a:p>
          <a:r>
            <a:rPr lang="en-US"/>
            <a:t>Pager/on-call rotations give 24/7 coverage for critical services and support fast incident responses.</a:t>
          </a:r>
        </a:p>
      </dgm:t>
    </dgm:pt>
    <dgm:pt modelId="{98E9DD57-D47A-44EB-8275-DF59817DB1B6}" type="parTrans" cxnId="{017DDFCF-6BFA-4D4F-BFE1-4B98F8EFA194}">
      <dgm:prSet/>
      <dgm:spPr/>
      <dgm:t>
        <a:bodyPr/>
        <a:lstStyle/>
        <a:p>
          <a:endParaRPr lang="en-US"/>
        </a:p>
      </dgm:t>
    </dgm:pt>
    <dgm:pt modelId="{50E83920-DD9E-431E-B014-087E1C9B8456}" type="sibTrans" cxnId="{017DDFCF-6BFA-4D4F-BFE1-4B98F8EFA194}">
      <dgm:prSet/>
      <dgm:spPr/>
      <dgm:t>
        <a:bodyPr/>
        <a:lstStyle/>
        <a:p>
          <a:endParaRPr lang="en-US"/>
        </a:p>
      </dgm:t>
    </dgm:pt>
    <dgm:pt modelId="{8EB949F8-9ECD-43C6-821A-A2EFAC408757}">
      <dgm:prSet/>
      <dgm:spPr/>
      <dgm:t>
        <a:bodyPr/>
        <a:lstStyle/>
        <a:p>
          <a:r>
            <a:rPr lang="en-US"/>
            <a:t>On-call practices are essential for:</a:t>
          </a:r>
        </a:p>
      </dgm:t>
    </dgm:pt>
    <dgm:pt modelId="{BF0BE82C-7FA2-4003-91D0-8639EBEECE9E}" type="parTrans" cxnId="{A4E1F551-B9BC-4BD2-9BF9-E0FF0D88BE0E}">
      <dgm:prSet/>
      <dgm:spPr/>
      <dgm:t>
        <a:bodyPr/>
        <a:lstStyle/>
        <a:p>
          <a:endParaRPr lang="en-US"/>
        </a:p>
      </dgm:t>
    </dgm:pt>
    <dgm:pt modelId="{B898BE67-7E58-46E4-BEDF-4F6E47137A87}" type="sibTrans" cxnId="{A4E1F551-B9BC-4BD2-9BF9-E0FF0D88BE0E}">
      <dgm:prSet/>
      <dgm:spPr/>
      <dgm:t>
        <a:bodyPr/>
        <a:lstStyle/>
        <a:p>
          <a:endParaRPr lang="en-US"/>
        </a:p>
      </dgm:t>
    </dgm:pt>
    <dgm:pt modelId="{30962E40-8BCB-4CB4-B314-9332A0A52FBC}">
      <dgm:prSet/>
      <dgm:spPr/>
      <dgm:t>
        <a:bodyPr/>
        <a:lstStyle/>
        <a:p>
          <a:r>
            <a:rPr lang="en-US"/>
            <a:t>Meeting lead times</a:t>
          </a:r>
        </a:p>
      </dgm:t>
    </dgm:pt>
    <dgm:pt modelId="{EA9153AE-858B-4643-9FBE-7D9EE759BDAB}" type="parTrans" cxnId="{3D81DE02-E547-4761-82CF-EB10FD4A0E6E}">
      <dgm:prSet/>
      <dgm:spPr/>
      <dgm:t>
        <a:bodyPr/>
        <a:lstStyle/>
        <a:p>
          <a:endParaRPr lang="en-US"/>
        </a:p>
      </dgm:t>
    </dgm:pt>
    <dgm:pt modelId="{EDBD97CE-0762-472D-9BA7-63AFBCFE055C}" type="sibTrans" cxnId="{3D81DE02-E547-4761-82CF-EB10FD4A0E6E}">
      <dgm:prSet/>
      <dgm:spPr/>
      <dgm:t>
        <a:bodyPr/>
        <a:lstStyle/>
        <a:p>
          <a:endParaRPr lang="en-US"/>
        </a:p>
      </dgm:t>
    </dgm:pt>
    <dgm:pt modelId="{5300A338-DB2D-4E8C-8FDF-86D1FC477EE4}">
      <dgm:prSet/>
      <dgm:spPr/>
      <dgm:t>
        <a:bodyPr/>
        <a:lstStyle/>
        <a:p>
          <a:r>
            <a:rPr lang="en-US"/>
            <a:t>Reducing downtime and customer impact</a:t>
          </a:r>
        </a:p>
      </dgm:t>
    </dgm:pt>
    <dgm:pt modelId="{EFB4387A-97FA-46BA-9ABC-813214635706}" type="parTrans" cxnId="{3B3DC952-EEB1-4632-B966-C04B8C426CD3}">
      <dgm:prSet/>
      <dgm:spPr/>
      <dgm:t>
        <a:bodyPr/>
        <a:lstStyle/>
        <a:p>
          <a:endParaRPr lang="en-US"/>
        </a:p>
      </dgm:t>
    </dgm:pt>
    <dgm:pt modelId="{4E04CB3F-F34C-4E28-9494-B4418ABB40FF}" type="sibTrans" cxnId="{3B3DC952-EEB1-4632-B966-C04B8C426CD3}">
      <dgm:prSet/>
      <dgm:spPr/>
      <dgm:t>
        <a:bodyPr/>
        <a:lstStyle/>
        <a:p>
          <a:endParaRPr lang="en-US"/>
        </a:p>
      </dgm:t>
    </dgm:pt>
    <dgm:pt modelId="{2082C9B6-635A-46E1-AD01-7D9EA2190185}">
      <dgm:prSet/>
      <dgm:spPr/>
      <dgm:t>
        <a:bodyPr/>
        <a:lstStyle/>
        <a:p>
          <a:r>
            <a:rPr lang="en-US"/>
            <a:t>Avoid burnout and turnover for engineers</a:t>
          </a:r>
        </a:p>
      </dgm:t>
    </dgm:pt>
    <dgm:pt modelId="{9D569E9A-2C1F-4A65-9FFE-13C575200476}" type="parTrans" cxnId="{19C5AF56-6479-4732-BD26-E85CE3EB66FF}">
      <dgm:prSet/>
      <dgm:spPr/>
      <dgm:t>
        <a:bodyPr/>
        <a:lstStyle/>
        <a:p>
          <a:endParaRPr lang="en-US"/>
        </a:p>
      </dgm:t>
    </dgm:pt>
    <dgm:pt modelId="{F29F7D15-5FCD-4F98-94C0-50234327DD98}" type="sibTrans" cxnId="{19C5AF56-6479-4732-BD26-E85CE3EB66FF}">
      <dgm:prSet/>
      <dgm:spPr/>
      <dgm:t>
        <a:bodyPr/>
        <a:lstStyle/>
        <a:p>
          <a:endParaRPr lang="en-US"/>
        </a:p>
      </dgm:t>
    </dgm:pt>
    <dgm:pt modelId="{3431F40E-D1B4-4309-8048-832407CA98BB}" type="pres">
      <dgm:prSet presAssocID="{BE0DBB44-7426-4820-9645-3C91CDD69350}" presName="root" presStyleCnt="0">
        <dgm:presLayoutVars>
          <dgm:dir/>
          <dgm:resizeHandles val="exact"/>
        </dgm:presLayoutVars>
      </dgm:prSet>
      <dgm:spPr/>
    </dgm:pt>
    <dgm:pt modelId="{4C079CEB-9CCF-4104-9C51-A99112758916}" type="pres">
      <dgm:prSet presAssocID="{E4591CA2-3AFB-40B1-8210-F0519E8ACC51}" presName="compNode" presStyleCnt="0"/>
      <dgm:spPr/>
    </dgm:pt>
    <dgm:pt modelId="{FD1CDCCD-E69A-44B5-A673-BBE4B54C920F}" type="pres">
      <dgm:prSet presAssocID="{E4591CA2-3AFB-40B1-8210-F0519E8ACC51}" presName="bgRect" presStyleLbl="bgShp" presStyleIdx="0" presStyleCnt="3"/>
      <dgm:spPr/>
    </dgm:pt>
    <dgm:pt modelId="{52A966C0-2A77-4F14-97FA-0396F2E8B3F5}" type="pres">
      <dgm:prSet presAssocID="{E4591CA2-3AFB-40B1-8210-F0519E8ACC5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D7F3265-9B79-458B-AC18-BD8F0DBAA5AF}" type="pres">
      <dgm:prSet presAssocID="{E4591CA2-3AFB-40B1-8210-F0519E8ACC51}" presName="spaceRect" presStyleCnt="0"/>
      <dgm:spPr/>
    </dgm:pt>
    <dgm:pt modelId="{AD8626D2-562B-48D9-87C3-DAD1076A9EEF}" type="pres">
      <dgm:prSet presAssocID="{E4591CA2-3AFB-40B1-8210-F0519E8ACC51}" presName="parTx" presStyleLbl="revTx" presStyleIdx="0" presStyleCnt="4">
        <dgm:presLayoutVars>
          <dgm:chMax val="0"/>
          <dgm:chPref val="0"/>
        </dgm:presLayoutVars>
      </dgm:prSet>
      <dgm:spPr/>
    </dgm:pt>
    <dgm:pt modelId="{2E98E62C-54C3-4144-9190-3F2F0E547ED7}" type="pres">
      <dgm:prSet presAssocID="{C6DA7DF0-A6DD-4050-B251-F95EBC5D1654}" presName="sibTrans" presStyleCnt="0"/>
      <dgm:spPr/>
    </dgm:pt>
    <dgm:pt modelId="{6804B3A0-A544-44FE-9889-A13BDB6A9338}" type="pres">
      <dgm:prSet presAssocID="{CD815855-2BD9-4753-89AC-A7BC20C6FCCF}" presName="compNode" presStyleCnt="0"/>
      <dgm:spPr/>
    </dgm:pt>
    <dgm:pt modelId="{03160268-4815-45C5-AE36-011E2BF46F48}" type="pres">
      <dgm:prSet presAssocID="{CD815855-2BD9-4753-89AC-A7BC20C6FCCF}" presName="bgRect" presStyleLbl="bgShp" presStyleIdx="1" presStyleCnt="3"/>
      <dgm:spPr/>
    </dgm:pt>
    <dgm:pt modelId="{575B9B6B-1508-4205-9116-2C318796EB88}" type="pres">
      <dgm:prSet presAssocID="{CD815855-2BD9-4753-89AC-A7BC20C6FCC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8F6524F5-F729-4207-9E41-0F27CBFE5E1C}" type="pres">
      <dgm:prSet presAssocID="{CD815855-2BD9-4753-89AC-A7BC20C6FCCF}" presName="spaceRect" presStyleCnt="0"/>
      <dgm:spPr/>
    </dgm:pt>
    <dgm:pt modelId="{9C382FA5-0829-48B2-9463-5A82271287B4}" type="pres">
      <dgm:prSet presAssocID="{CD815855-2BD9-4753-89AC-A7BC20C6FCCF}" presName="parTx" presStyleLbl="revTx" presStyleIdx="1" presStyleCnt="4">
        <dgm:presLayoutVars>
          <dgm:chMax val="0"/>
          <dgm:chPref val="0"/>
        </dgm:presLayoutVars>
      </dgm:prSet>
      <dgm:spPr/>
    </dgm:pt>
    <dgm:pt modelId="{90B9C580-2A87-46C5-A598-6283714F33E0}" type="pres">
      <dgm:prSet presAssocID="{50E83920-DD9E-431E-B014-087E1C9B8456}" presName="sibTrans" presStyleCnt="0"/>
      <dgm:spPr/>
    </dgm:pt>
    <dgm:pt modelId="{42E19652-C56B-49F9-9060-C4FAAD6D2EFA}" type="pres">
      <dgm:prSet presAssocID="{8EB949F8-9ECD-43C6-821A-A2EFAC408757}" presName="compNode" presStyleCnt="0"/>
      <dgm:spPr/>
    </dgm:pt>
    <dgm:pt modelId="{734C31AE-515C-4D69-BAA9-8399F70C8822}" type="pres">
      <dgm:prSet presAssocID="{8EB949F8-9ECD-43C6-821A-A2EFAC408757}" presName="bgRect" presStyleLbl="bgShp" presStyleIdx="2" presStyleCnt="3"/>
      <dgm:spPr/>
    </dgm:pt>
    <dgm:pt modelId="{6FC07B40-A6E3-4D1F-8E8D-B62571B670C7}" type="pres">
      <dgm:prSet presAssocID="{8EB949F8-9ECD-43C6-821A-A2EFAC40875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lder"/>
        </a:ext>
      </dgm:extLst>
    </dgm:pt>
    <dgm:pt modelId="{87CBFD33-9F67-46F2-A674-72680F8017F5}" type="pres">
      <dgm:prSet presAssocID="{8EB949F8-9ECD-43C6-821A-A2EFAC408757}" presName="spaceRect" presStyleCnt="0"/>
      <dgm:spPr/>
    </dgm:pt>
    <dgm:pt modelId="{079F384A-9695-4542-B551-B02698044DFC}" type="pres">
      <dgm:prSet presAssocID="{8EB949F8-9ECD-43C6-821A-A2EFAC408757}" presName="parTx" presStyleLbl="revTx" presStyleIdx="2" presStyleCnt="4">
        <dgm:presLayoutVars>
          <dgm:chMax val="0"/>
          <dgm:chPref val="0"/>
        </dgm:presLayoutVars>
      </dgm:prSet>
      <dgm:spPr/>
    </dgm:pt>
    <dgm:pt modelId="{EE51CC93-6A07-4930-ABA0-9C779B153E5A}" type="pres">
      <dgm:prSet presAssocID="{8EB949F8-9ECD-43C6-821A-A2EFAC408757}" presName="desTx" presStyleLbl="revTx" presStyleIdx="3" presStyleCnt="4">
        <dgm:presLayoutVars/>
      </dgm:prSet>
      <dgm:spPr/>
    </dgm:pt>
  </dgm:ptLst>
  <dgm:cxnLst>
    <dgm:cxn modelId="{3D81DE02-E547-4761-82CF-EB10FD4A0E6E}" srcId="{8EB949F8-9ECD-43C6-821A-A2EFAC408757}" destId="{30962E40-8BCB-4CB4-B314-9332A0A52FBC}" srcOrd="0" destOrd="0" parTransId="{EA9153AE-858B-4643-9FBE-7D9EE759BDAB}" sibTransId="{EDBD97CE-0762-472D-9BA7-63AFBCFE055C}"/>
    <dgm:cxn modelId="{88400E0A-3C5D-4D5F-B0CF-AD71911F59DB}" type="presOf" srcId="{BE0DBB44-7426-4820-9645-3C91CDD69350}" destId="{3431F40E-D1B4-4309-8048-832407CA98BB}" srcOrd="0" destOrd="0" presId="urn:microsoft.com/office/officeart/2018/2/layout/IconVerticalSolidList"/>
    <dgm:cxn modelId="{755D9826-7221-4929-915B-167A98AB7805}" type="presOf" srcId="{30962E40-8BCB-4CB4-B314-9332A0A52FBC}" destId="{EE51CC93-6A07-4930-ABA0-9C779B153E5A}" srcOrd="0" destOrd="0" presId="urn:microsoft.com/office/officeart/2018/2/layout/IconVerticalSolidList"/>
    <dgm:cxn modelId="{AA2C5646-B0B3-4320-B91F-838E0469CA40}" type="presOf" srcId="{E4591CA2-3AFB-40B1-8210-F0519E8ACC51}" destId="{AD8626D2-562B-48D9-87C3-DAD1076A9EEF}" srcOrd="0" destOrd="0" presId="urn:microsoft.com/office/officeart/2018/2/layout/IconVerticalSolidList"/>
    <dgm:cxn modelId="{A4E1F551-B9BC-4BD2-9BF9-E0FF0D88BE0E}" srcId="{BE0DBB44-7426-4820-9645-3C91CDD69350}" destId="{8EB949F8-9ECD-43C6-821A-A2EFAC408757}" srcOrd="2" destOrd="0" parTransId="{BF0BE82C-7FA2-4003-91D0-8639EBEECE9E}" sibTransId="{B898BE67-7E58-46E4-BEDF-4F6E47137A87}"/>
    <dgm:cxn modelId="{3B3DC952-EEB1-4632-B966-C04B8C426CD3}" srcId="{8EB949F8-9ECD-43C6-821A-A2EFAC408757}" destId="{5300A338-DB2D-4E8C-8FDF-86D1FC477EE4}" srcOrd="1" destOrd="0" parTransId="{EFB4387A-97FA-46BA-9ABC-813214635706}" sibTransId="{4E04CB3F-F34C-4E28-9494-B4418ABB40FF}"/>
    <dgm:cxn modelId="{FABBF952-54EC-4BF9-995D-A271A43B8AA7}" type="presOf" srcId="{CD815855-2BD9-4753-89AC-A7BC20C6FCCF}" destId="{9C382FA5-0829-48B2-9463-5A82271287B4}" srcOrd="0" destOrd="0" presId="urn:microsoft.com/office/officeart/2018/2/layout/IconVerticalSolidList"/>
    <dgm:cxn modelId="{19C5AF56-6479-4732-BD26-E85CE3EB66FF}" srcId="{8EB949F8-9ECD-43C6-821A-A2EFAC408757}" destId="{2082C9B6-635A-46E1-AD01-7D9EA2190185}" srcOrd="2" destOrd="0" parTransId="{9D569E9A-2C1F-4A65-9FFE-13C575200476}" sibTransId="{F29F7D15-5FCD-4F98-94C0-50234327DD98}"/>
    <dgm:cxn modelId="{DE94CF80-23CD-4757-AC1A-0FF974E4F8B4}" type="presOf" srcId="{5300A338-DB2D-4E8C-8FDF-86D1FC477EE4}" destId="{EE51CC93-6A07-4930-ABA0-9C779B153E5A}" srcOrd="0" destOrd="1" presId="urn:microsoft.com/office/officeart/2018/2/layout/IconVerticalSolidList"/>
    <dgm:cxn modelId="{CD34FBA6-D58C-4C49-9C69-366742E0C17B}" type="presOf" srcId="{2082C9B6-635A-46E1-AD01-7D9EA2190185}" destId="{EE51CC93-6A07-4930-ABA0-9C779B153E5A}" srcOrd="0" destOrd="2" presId="urn:microsoft.com/office/officeart/2018/2/layout/IconVerticalSolidList"/>
    <dgm:cxn modelId="{90DB8EC1-C9C3-4ECB-9282-C0C46B94DDB4}" type="presOf" srcId="{8EB949F8-9ECD-43C6-821A-A2EFAC408757}" destId="{079F384A-9695-4542-B551-B02698044DFC}" srcOrd="0" destOrd="0" presId="urn:microsoft.com/office/officeart/2018/2/layout/IconVerticalSolidList"/>
    <dgm:cxn modelId="{017DDFCF-6BFA-4D4F-BFE1-4B98F8EFA194}" srcId="{BE0DBB44-7426-4820-9645-3C91CDD69350}" destId="{CD815855-2BD9-4753-89AC-A7BC20C6FCCF}" srcOrd="1" destOrd="0" parTransId="{98E9DD57-D47A-44EB-8275-DF59817DB1B6}" sibTransId="{50E83920-DD9E-431E-B014-087E1C9B8456}"/>
    <dgm:cxn modelId="{BF66DFE6-5A07-4B37-8CC1-F4848F0526EF}" srcId="{BE0DBB44-7426-4820-9645-3C91CDD69350}" destId="{E4591CA2-3AFB-40B1-8210-F0519E8ACC51}" srcOrd="0" destOrd="0" parTransId="{4B739A58-EC9D-4B6E-A896-3BFA50D9DA6B}" sibTransId="{C6DA7DF0-A6DD-4050-B251-F95EBC5D1654}"/>
    <dgm:cxn modelId="{6ACF4F6F-B5C4-4077-8908-5983E43E5D77}" type="presParOf" srcId="{3431F40E-D1B4-4309-8048-832407CA98BB}" destId="{4C079CEB-9CCF-4104-9C51-A99112758916}" srcOrd="0" destOrd="0" presId="urn:microsoft.com/office/officeart/2018/2/layout/IconVerticalSolidList"/>
    <dgm:cxn modelId="{77133AB1-FA7B-43D5-9BC6-BDCACD111149}" type="presParOf" srcId="{4C079CEB-9CCF-4104-9C51-A99112758916}" destId="{FD1CDCCD-E69A-44B5-A673-BBE4B54C920F}" srcOrd="0" destOrd="0" presId="urn:microsoft.com/office/officeart/2018/2/layout/IconVerticalSolidList"/>
    <dgm:cxn modelId="{C381CC95-D2F2-42FA-A181-9E4253F81CC1}" type="presParOf" srcId="{4C079CEB-9CCF-4104-9C51-A99112758916}" destId="{52A966C0-2A77-4F14-97FA-0396F2E8B3F5}" srcOrd="1" destOrd="0" presId="urn:microsoft.com/office/officeart/2018/2/layout/IconVerticalSolidList"/>
    <dgm:cxn modelId="{82D66D44-2275-4335-B19F-736F3905115C}" type="presParOf" srcId="{4C079CEB-9CCF-4104-9C51-A99112758916}" destId="{8D7F3265-9B79-458B-AC18-BD8F0DBAA5AF}" srcOrd="2" destOrd="0" presId="urn:microsoft.com/office/officeart/2018/2/layout/IconVerticalSolidList"/>
    <dgm:cxn modelId="{28DF12CD-3287-4D7C-876F-09718E88CE4C}" type="presParOf" srcId="{4C079CEB-9CCF-4104-9C51-A99112758916}" destId="{AD8626D2-562B-48D9-87C3-DAD1076A9EEF}" srcOrd="3" destOrd="0" presId="urn:microsoft.com/office/officeart/2018/2/layout/IconVerticalSolidList"/>
    <dgm:cxn modelId="{B3002E58-75FC-4DB5-B9EF-BC7BC4C88356}" type="presParOf" srcId="{3431F40E-D1B4-4309-8048-832407CA98BB}" destId="{2E98E62C-54C3-4144-9190-3F2F0E547ED7}" srcOrd="1" destOrd="0" presId="urn:microsoft.com/office/officeart/2018/2/layout/IconVerticalSolidList"/>
    <dgm:cxn modelId="{98CFC65A-FFB0-4DD7-9C78-74A2A78F9038}" type="presParOf" srcId="{3431F40E-D1B4-4309-8048-832407CA98BB}" destId="{6804B3A0-A544-44FE-9889-A13BDB6A9338}" srcOrd="2" destOrd="0" presId="urn:microsoft.com/office/officeart/2018/2/layout/IconVerticalSolidList"/>
    <dgm:cxn modelId="{4EFE08CA-0392-4151-B2AC-6F8F50F2F5CC}" type="presParOf" srcId="{6804B3A0-A544-44FE-9889-A13BDB6A9338}" destId="{03160268-4815-45C5-AE36-011E2BF46F48}" srcOrd="0" destOrd="0" presId="urn:microsoft.com/office/officeart/2018/2/layout/IconVerticalSolidList"/>
    <dgm:cxn modelId="{F15A3975-3C8C-4373-91BD-082A931DB09B}" type="presParOf" srcId="{6804B3A0-A544-44FE-9889-A13BDB6A9338}" destId="{575B9B6B-1508-4205-9116-2C318796EB88}" srcOrd="1" destOrd="0" presId="urn:microsoft.com/office/officeart/2018/2/layout/IconVerticalSolidList"/>
    <dgm:cxn modelId="{6AD2BD14-E136-434A-B75E-340701B1725D}" type="presParOf" srcId="{6804B3A0-A544-44FE-9889-A13BDB6A9338}" destId="{8F6524F5-F729-4207-9E41-0F27CBFE5E1C}" srcOrd="2" destOrd="0" presId="urn:microsoft.com/office/officeart/2018/2/layout/IconVerticalSolidList"/>
    <dgm:cxn modelId="{53A6E558-E002-4D76-9B83-F4CEDA76C25C}" type="presParOf" srcId="{6804B3A0-A544-44FE-9889-A13BDB6A9338}" destId="{9C382FA5-0829-48B2-9463-5A82271287B4}" srcOrd="3" destOrd="0" presId="urn:microsoft.com/office/officeart/2018/2/layout/IconVerticalSolidList"/>
    <dgm:cxn modelId="{E2A9A6E8-AF16-41FE-9D73-06B0BE266A85}" type="presParOf" srcId="{3431F40E-D1B4-4309-8048-832407CA98BB}" destId="{90B9C580-2A87-46C5-A598-6283714F33E0}" srcOrd="3" destOrd="0" presId="urn:microsoft.com/office/officeart/2018/2/layout/IconVerticalSolidList"/>
    <dgm:cxn modelId="{033F7AA1-4700-49E5-8681-725002EABB80}" type="presParOf" srcId="{3431F40E-D1B4-4309-8048-832407CA98BB}" destId="{42E19652-C56B-49F9-9060-C4FAAD6D2EFA}" srcOrd="4" destOrd="0" presId="urn:microsoft.com/office/officeart/2018/2/layout/IconVerticalSolidList"/>
    <dgm:cxn modelId="{DD553BBA-99C9-4567-874B-6EF46B0FAF71}" type="presParOf" srcId="{42E19652-C56B-49F9-9060-C4FAAD6D2EFA}" destId="{734C31AE-515C-4D69-BAA9-8399F70C8822}" srcOrd="0" destOrd="0" presId="urn:microsoft.com/office/officeart/2018/2/layout/IconVerticalSolidList"/>
    <dgm:cxn modelId="{8CCC6997-A53D-4CA1-AFE3-F79116335AE8}" type="presParOf" srcId="{42E19652-C56B-49F9-9060-C4FAAD6D2EFA}" destId="{6FC07B40-A6E3-4D1F-8E8D-B62571B670C7}" srcOrd="1" destOrd="0" presId="urn:microsoft.com/office/officeart/2018/2/layout/IconVerticalSolidList"/>
    <dgm:cxn modelId="{D74AC861-D8AE-476A-BA67-E31EBC5FD6AF}" type="presParOf" srcId="{42E19652-C56B-49F9-9060-C4FAAD6D2EFA}" destId="{87CBFD33-9F67-46F2-A674-72680F8017F5}" srcOrd="2" destOrd="0" presId="urn:microsoft.com/office/officeart/2018/2/layout/IconVerticalSolidList"/>
    <dgm:cxn modelId="{3B1E7A5D-23F7-4ABA-A642-C534141ED652}" type="presParOf" srcId="{42E19652-C56B-49F9-9060-C4FAAD6D2EFA}" destId="{079F384A-9695-4542-B551-B02698044DFC}" srcOrd="3" destOrd="0" presId="urn:microsoft.com/office/officeart/2018/2/layout/IconVerticalSolidList"/>
    <dgm:cxn modelId="{3507A0C3-5B8A-4F27-950B-11CBA95CDB30}" type="presParOf" srcId="{42E19652-C56B-49F9-9060-C4FAAD6D2EFA}" destId="{EE51CC93-6A07-4930-ABA0-9C779B153E5A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0B288D1-48D7-4298-B2C9-86DF60F8039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BEDE7A8-4E0B-48DA-9392-1B1D239F6AAD}">
      <dgm:prSet/>
      <dgm:spPr/>
      <dgm:t>
        <a:bodyPr/>
        <a:lstStyle/>
        <a:p>
          <a:r>
            <a:rPr lang="en-US"/>
            <a:t>Predictable schedules (more than 3 weeks advance).</a:t>
          </a:r>
        </a:p>
      </dgm:t>
    </dgm:pt>
    <dgm:pt modelId="{85F2586F-EA15-4C01-9DAE-94891DE34BAA}" type="parTrans" cxnId="{D0B25F3B-4622-43DB-BE7A-35354E15277A}">
      <dgm:prSet/>
      <dgm:spPr/>
      <dgm:t>
        <a:bodyPr/>
        <a:lstStyle/>
        <a:p>
          <a:endParaRPr lang="en-US"/>
        </a:p>
      </dgm:t>
    </dgm:pt>
    <dgm:pt modelId="{B2B69323-33D7-4F77-BCFC-C9480711C1B0}" type="sibTrans" cxnId="{D0B25F3B-4622-43DB-BE7A-35354E15277A}">
      <dgm:prSet/>
      <dgm:spPr/>
      <dgm:t>
        <a:bodyPr/>
        <a:lstStyle/>
        <a:p>
          <a:endParaRPr lang="en-US"/>
        </a:p>
      </dgm:t>
    </dgm:pt>
    <dgm:pt modelId="{83C05790-6265-483B-9EF2-6A075C3E520D}">
      <dgm:prSet/>
      <dgm:spPr/>
      <dgm:t>
        <a:bodyPr/>
        <a:lstStyle/>
        <a:p>
          <a:r>
            <a:rPr lang="en-US"/>
            <a:t>Team leads or management are part of the rotation to stay close to detailed issues.</a:t>
          </a:r>
        </a:p>
      </dgm:t>
    </dgm:pt>
    <dgm:pt modelId="{A267A2CA-A6B7-4DE5-AE7C-96255DE4556A}" type="parTrans" cxnId="{735BF1CB-317A-4375-B10F-70D50E801ED5}">
      <dgm:prSet/>
      <dgm:spPr/>
      <dgm:t>
        <a:bodyPr/>
        <a:lstStyle/>
        <a:p>
          <a:endParaRPr lang="en-US"/>
        </a:p>
      </dgm:t>
    </dgm:pt>
    <dgm:pt modelId="{6F108755-D97D-41E6-8C1B-12068086586F}" type="sibTrans" cxnId="{735BF1CB-317A-4375-B10F-70D50E801ED5}">
      <dgm:prSet/>
      <dgm:spPr/>
      <dgm:t>
        <a:bodyPr/>
        <a:lstStyle/>
        <a:p>
          <a:endParaRPr lang="en-US"/>
        </a:p>
      </dgm:t>
    </dgm:pt>
    <dgm:pt modelId="{D741DB15-927D-47FB-9F65-5636DA57CD5A}">
      <dgm:prSet/>
      <dgm:spPr/>
      <dgm:t>
        <a:bodyPr/>
        <a:lstStyle/>
        <a:p>
          <a:r>
            <a:rPr lang="en-US"/>
            <a:t>Always have a primary and backup responder on each shift.</a:t>
          </a:r>
        </a:p>
      </dgm:t>
    </dgm:pt>
    <dgm:pt modelId="{3F7A9900-27CC-48FA-9626-BA87F6E6F414}" type="parTrans" cxnId="{DF60B92E-CD3C-4682-AF76-D3F917130514}">
      <dgm:prSet/>
      <dgm:spPr/>
      <dgm:t>
        <a:bodyPr/>
        <a:lstStyle/>
        <a:p>
          <a:endParaRPr lang="en-US"/>
        </a:p>
      </dgm:t>
    </dgm:pt>
    <dgm:pt modelId="{7EAD99C1-50A5-4DD9-A522-88B3F3FFF7FD}" type="sibTrans" cxnId="{DF60B92E-CD3C-4682-AF76-D3F917130514}">
      <dgm:prSet/>
      <dgm:spPr/>
      <dgm:t>
        <a:bodyPr/>
        <a:lstStyle/>
        <a:p>
          <a:endParaRPr lang="en-US"/>
        </a:p>
      </dgm:t>
    </dgm:pt>
    <dgm:pt modelId="{8F58A1FB-7C50-41DF-87D4-D5AC7B141928}">
      <dgm:prSet/>
      <dgm:spPr/>
      <dgm:t>
        <a:bodyPr/>
        <a:lstStyle/>
        <a:p>
          <a:r>
            <a:rPr lang="en-US"/>
            <a:t>Having common patterns</a:t>
          </a:r>
        </a:p>
      </dgm:t>
    </dgm:pt>
    <dgm:pt modelId="{ECE4BD72-E755-4E0B-A6A1-421880C9393B}" type="parTrans" cxnId="{990C1BE4-384A-4BD8-BCB7-506AAFE9CA37}">
      <dgm:prSet/>
      <dgm:spPr/>
      <dgm:t>
        <a:bodyPr/>
        <a:lstStyle/>
        <a:p>
          <a:endParaRPr lang="en-US"/>
        </a:p>
      </dgm:t>
    </dgm:pt>
    <dgm:pt modelId="{CD48F6D5-A3FD-4D56-9A1D-8FD3F1C94059}" type="sibTrans" cxnId="{990C1BE4-384A-4BD8-BCB7-506AAFE9CA37}">
      <dgm:prSet/>
      <dgm:spPr/>
      <dgm:t>
        <a:bodyPr/>
        <a:lstStyle/>
        <a:p>
          <a:endParaRPr lang="en-US"/>
        </a:p>
      </dgm:t>
    </dgm:pt>
    <dgm:pt modelId="{DA2D14F9-F043-4F3D-A4B8-0245209FCC9F}">
      <dgm:prSet/>
      <dgm:spPr/>
      <dgm:t>
        <a:bodyPr/>
        <a:lstStyle/>
        <a:p>
          <a:r>
            <a:rPr lang="en-US"/>
            <a:t>Weekly or multi-day rotations; 24/7 coverage spread across the team.</a:t>
          </a:r>
        </a:p>
      </dgm:t>
    </dgm:pt>
    <dgm:pt modelId="{0E43EAF8-88B9-41A9-A2FC-6AF1E8B3E746}" type="parTrans" cxnId="{C423D3E1-BEEF-4743-8F2F-62D8DE011F30}">
      <dgm:prSet/>
      <dgm:spPr/>
      <dgm:t>
        <a:bodyPr/>
        <a:lstStyle/>
        <a:p>
          <a:endParaRPr lang="en-US"/>
        </a:p>
      </dgm:t>
    </dgm:pt>
    <dgm:pt modelId="{3147AC3C-A9E5-494B-ADB8-5FF67BDCA99F}" type="sibTrans" cxnId="{C423D3E1-BEEF-4743-8F2F-62D8DE011F30}">
      <dgm:prSet/>
      <dgm:spPr/>
      <dgm:t>
        <a:bodyPr/>
        <a:lstStyle/>
        <a:p>
          <a:endParaRPr lang="en-US"/>
        </a:p>
      </dgm:t>
    </dgm:pt>
    <dgm:pt modelId="{24BD371C-818D-4A4D-B807-71A7D662FBAA}" type="pres">
      <dgm:prSet presAssocID="{C0B288D1-48D7-4298-B2C9-86DF60F80392}" presName="root" presStyleCnt="0">
        <dgm:presLayoutVars>
          <dgm:dir/>
          <dgm:resizeHandles val="exact"/>
        </dgm:presLayoutVars>
      </dgm:prSet>
      <dgm:spPr/>
    </dgm:pt>
    <dgm:pt modelId="{ACD69B80-7376-448F-8B33-9A9E60022AAA}" type="pres">
      <dgm:prSet presAssocID="{0BEDE7A8-4E0B-48DA-9392-1B1D239F6AAD}" presName="compNode" presStyleCnt="0"/>
      <dgm:spPr/>
    </dgm:pt>
    <dgm:pt modelId="{E759D185-7CA4-4A24-9280-E8AC019CD791}" type="pres">
      <dgm:prSet presAssocID="{0BEDE7A8-4E0B-48DA-9392-1B1D239F6AAD}" presName="bgRect" presStyleLbl="bgShp" presStyleIdx="0" presStyleCnt="4"/>
      <dgm:spPr/>
    </dgm:pt>
    <dgm:pt modelId="{CE137D66-D39B-48D9-B766-08792182AB1B}" type="pres">
      <dgm:prSet presAssocID="{0BEDE7A8-4E0B-48DA-9392-1B1D239F6AA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F92AC09C-7E0C-4E64-9F7C-6E0BDD1484C5}" type="pres">
      <dgm:prSet presAssocID="{0BEDE7A8-4E0B-48DA-9392-1B1D239F6AAD}" presName="spaceRect" presStyleCnt="0"/>
      <dgm:spPr/>
    </dgm:pt>
    <dgm:pt modelId="{3A60CC7E-EF13-4DC2-B4B9-BA799C9E45C1}" type="pres">
      <dgm:prSet presAssocID="{0BEDE7A8-4E0B-48DA-9392-1B1D239F6AAD}" presName="parTx" presStyleLbl="revTx" presStyleIdx="0" presStyleCnt="5">
        <dgm:presLayoutVars>
          <dgm:chMax val="0"/>
          <dgm:chPref val="0"/>
        </dgm:presLayoutVars>
      </dgm:prSet>
      <dgm:spPr/>
    </dgm:pt>
    <dgm:pt modelId="{08EDEAC0-C4B8-442E-9E41-AFBD04861DA1}" type="pres">
      <dgm:prSet presAssocID="{B2B69323-33D7-4F77-BCFC-C9480711C1B0}" presName="sibTrans" presStyleCnt="0"/>
      <dgm:spPr/>
    </dgm:pt>
    <dgm:pt modelId="{521F1CBE-9EFD-42CE-AFC9-17DCDEE8F3E9}" type="pres">
      <dgm:prSet presAssocID="{83C05790-6265-483B-9EF2-6A075C3E520D}" presName="compNode" presStyleCnt="0"/>
      <dgm:spPr/>
    </dgm:pt>
    <dgm:pt modelId="{19024524-EDD5-4188-9BD1-6BE7315593D0}" type="pres">
      <dgm:prSet presAssocID="{83C05790-6265-483B-9EF2-6A075C3E520D}" presName="bgRect" presStyleLbl="bgShp" presStyleIdx="1" presStyleCnt="4"/>
      <dgm:spPr/>
    </dgm:pt>
    <dgm:pt modelId="{53315018-2AB7-4BDA-81D7-B5F40BCCDB12}" type="pres">
      <dgm:prSet presAssocID="{83C05790-6265-483B-9EF2-6A075C3E520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of People"/>
        </a:ext>
      </dgm:extLst>
    </dgm:pt>
    <dgm:pt modelId="{4DE39C23-A326-4271-A36F-F0E4B068B067}" type="pres">
      <dgm:prSet presAssocID="{83C05790-6265-483B-9EF2-6A075C3E520D}" presName="spaceRect" presStyleCnt="0"/>
      <dgm:spPr/>
    </dgm:pt>
    <dgm:pt modelId="{855560B8-A1BC-4C00-8F5C-BFED30F45505}" type="pres">
      <dgm:prSet presAssocID="{83C05790-6265-483B-9EF2-6A075C3E520D}" presName="parTx" presStyleLbl="revTx" presStyleIdx="1" presStyleCnt="5">
        <dgm:presLayoutVars>
          <dgm:chMax val="0"/>
          <dgm:chPref val="0"/>
        </dgm:presLayoutVars>
      </dgm:prSet>
      <dgm:spPr/>
    </dgm:pt>
    <dgm:pt modelId="{51ADFDB8-1B12-4C21-A608-1747AB52DFD0}" type="pres">
      <dgm:prSet presAssocID="{6F108755-D97D-41E6-8C1B-12068086586F}" presName="sibTrans" presStyleCnt="0"/>
      <dgm:spPr/>
    </dgm:pt>
    <dgm:pt modelId="{C66EAF23-F21D-465A-83A7-7117F2BD93D3}" type="pres">
      <dgm:prSet presAssocID="{D741DB15-927D-47FB-9F65-5636DA57CD5A}" presName="compNode" presStyleCnt="0"/>
      <dgm:spPr/>
    </dgm:pt>
    <dgm:pt modelId="{3C6A8682-1AAB-4DDA-8198-87CB874E9E87}" type="pres">
      <dgm:prSet presAssocID="{D741DB15-927D-47FB-9F65-5636DA57CD5A}" presName="bgRect" presStyleLbl="bgShp" presStyleIdx="2" presStyleCnt="4"/>
      <dgm:spPr/>
    </dgm:pt>
    <dgm:pt modelId="{53A88EB9-DEC9-492C-8F84-C35A33CED79C}" type="pres">
      <dgm:prSet presAssocID="{D741DB15-927D-47FB-9F65-5636DA57CD5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A9A33B24-69CD-4644-9834-91200F22880E}" type="pres">
      <dgm:prSet presAssocID="{D741DB15-927D-47FB-9F65-5636DA57CD5A}" presName="spaceRect" presStyleCnt="0"/>
      <dgm:spPr/>
    </dgm:pt>
    <dgm:pt modelId="{CB796A3B-C9C3-4329-9346-EAE90968D142}" type="pres">
      <dgm:prSet presAssocID="{D741DB15-927D-47FB-9F65-5636DA57CD5A}" presName="parTx" presStyleLbl="revTx" presStyleIdx="2" presStyleCnt="5">
        <dgm:presLayoutVars>
          <dgm:chMax val="0"/>
          <dgm:chPref val="0"/>
        </dgm:presLayoutVars>
      </dgm:prSet>
      <dgm:spPr/>
    </dgm:pt>
    <dgm:pt modelId="{B1AE712E-A631-402C-856E-0596FB0B5927}" type="pres">
      <dgm:prSet presAssocID="{7EAD99C1-50A5-4DD9-A522-88B3F3FFF7FD}" presName="sibTrans" presStyleCnt="0"/>
      <dgm:spPr/>
    </dgm:pt>
    <dgm:pt modelId="{6AF57A22-F099-48F0-B557-6BC34341C67C}" type="pres">
      <dgm:prSet presAssocID="{8F58A1FB-7C50-41DF-87D4-D5AC7B141928}" presName="compNode" presStyleCnt="0"/>
      <dgm:spPr/>
    </dgm:pt>
    <dgm:pt modelId="{1EB0E206-B2FA-4349-AF04-10051915E1C9}" type="pres">
      <dgm:prSet presAssocID="{8F58A1FB-7C50-41DF-87D4-D5AC7B141928}" presName="bgRect" presStyleLbl="bgShp" presStyleIdx="3" presStyleCnt="4"/>
      <dgm:spPr/>
    </dgm:pt>
    <dgm:pt modelId="{C1800A5E-CB82-4DE9-96EF-39F8ED38B23D}" type="pres">
      <dgm:prSet presAssocID="{8F58A1FB-7C50-41DF-87D4-D5AC7B14192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ular Flowchart"/>
        </a:ext>
      </dgm:extLst>
    </dgm:pt>
    <dgm:pt modelId="{15121DC8-58D8-4865-8E90-DCA855E8AD26}" type="pres">
      <dgm:prSet presAssocID="{8F58A1FB-7C50-41DF-87D4-D5AC7B141928}" presName="spaceRect" presStyleCnt="0"/>
      <dgm:spPr/>
    </dgm:pt>
    <dgm:pt modelId="{E529B547-50C6-40D9-996F-C63E014EA6EC}" type="pres">
      <dgm:prSet presAssocID="{8F58A1FB-7C50-41DF-87D4-D5AC7B141928}" presName="parTx" presStyleLbl="revTx" presStyleIdx="3" presStyleCnt="5">
        <dgm:presLayoutVars>
          <dgm:chMax val="0"/>
          <dgm:chPref val="0"/>
        </dgm:presLayoutVars>
      </dgm:prSet>
      <dgm:spPr/>
    </dgm:pt>
    <dgm:pt modelId="{E7D4C01B-66B7-4DE4-8DBA-C578A52178E5}" type="pres">
      <dgm:prSet presAssocID="{8F58A1FB-7C50-41DF-87D4-D5AC7B141928}" presName="desTx" presStyleLbl="revTx" presStyleIdx="4" presStyleCnt="5">
        <dgm:presLayoutVars/>
      </dgm:prSet>
      <dgm:spPr/>
    </dgm:pt>
  </dgm:ptLst>
  <dgm:cxnLst>
    <dgm:cxn modelId="{DF60B92E-CD3C-4682-AF76-D3F917130514}" srcId="{C0B288D1-48D7-4298-B2C9-86DF60F80392}" destId="{D741DB15-927D-47FB-9F65-5636DA57CD5A}" srcOrd="2" destOrd="0" parTransId="{3F7A9900-27CC-48FA-9626-BA87F6E6F414}" sibTransId="{7EAD99C1-50A5-4DD9-A522-88B3F3FFF7FD}"/>
    <dgm:cxn modelId="{D0B25F3B-4622-43DB-BE7A-35354E15277A}" srcId="{C0B288D1-48D7-4298-B2C9-86DF60F80392}" destId="{0BEDE7A8-4E0B-48DA-9392-1B1D239F6AAD}" srcOrd="0" destOrd="0" parTransId="{85F2586F-EA15-4C01-9DAE-94891DE34BAA}" sibTransId="{B2B69323-33D7-4F77-BCFC-C9480711C1B0}"/>
    <dgm:cxn modelId="{00E3E97C-F11E-4D41-806F-69948839C150}" type="presOf" srcId="{D741DB15-927D-47FB-9F65-5636DA57CD5A}" destId="{CB796A3B-C9C3-4329-9346-EAE90968D142}" srcOrd="0" destOrd="0" presId="urn:microsoft.com/office/officeart/2018/2/layout/IconVerticalSolidList"/>
    <dgm:cxn modelId="{EC3A879A-2619-4EA9-B06D-CD7E78B22236}" type="presOf" srcId="{DA2D14F9-F043-4F3D-A4B8-0245209FCC9F}" destId="{E7D4C01B-66B7-4DE4-8DBA-C578A52178E5}" srcOrd="0" destOrd="0" presId="urn:microsoft.com/office/officeart/2018/2/layout/IconVerticalSolidList"/>
    <dgm:cxn modelId="{98F262C9-AC67-4990-959C-C8F09AF24D44}" type="presOf" srcId="{0BEDE7A8-4E0B-48DA-9392-1B1D239F6AAD}" destId="{3A60CC7E-EF13-4DC2-B4B9-BA799C9E45C1}" srcOrd="0" destOrd="0" presId="urn:microsoft.com/office/officeart/2018/2/layout/IconVerticalSolidList"/>
    <dgm:cxn modelId="{735BF1CB-317A-4375-B10F-70D50E801ED5}" srcId="{C0B288D1-48D7-4298-B2C9-86DF60F80392}" destId="{83C05790-6265-483B-9EF2-6A075C3E520D}" srcOrd="1" destOrd="0" parTransId="{A267A2CA-A6B7-4DE5-AE7C-96255DE4556A}" sibTransId="{6F108755-D97D-41E6-8C1B-12068086586F}"/>
    <dgm:cxn modelId="{3E8E5DCD-1B59-4883-B241-6651E4AA5C4B}" type="presOf" srcId="{83C05790-6265-483B-9EF2-6A075C3E520D}" destId="{855560B8-A1BC-4C00-8F5C-BFED30F45505}" srcOrd="0" destOrd="0" presId="urn:microsoft.com/office/officeart/2018/2/layout/IconVerticalSolidList"/>
    <dgm:cxn modelId="{8E0572DF-EF2E-4587-B460-76E271E2E24A}" type="presOf" srcId="{8F58A1FB-7C50-41DF-87D4-D5AC7B141928}" destId="{E529B547-50C6-40D9-996F-C63E014EA6EC}" srcOrd="0" destOrd="0" presId="urn:microsoft.com/office/officeart/2018/2/layout/IconVerticalSolidList"/>
    <dgm:cxn modelId="{C423D3E1-BEEF-4743-8F2F-62D8DE011F30}" srcId="{8F58A1FB-7C50-41DF-87D4-D5AC7B141928}" destId="{DA2D14F9-F043-4F3D-A4B8-0245209FCC9F}" srcOrd="0" destOrd="0" parTransId="{0E43EAF8-88B9-41A9-A2FC-6AF1E8B3E746}" sibTransId="{3147AC3C-A9E5-494B-ADB8-5FF67BDCA99F}"/>
    <dgm:cxn modelId="{990C1BE4-384A-4BD8-BCB7-506AAFE9CA37}" srcId="{C0B288D1-48D7-4298-B2C9-86DF60F80392}" destId="{8F58A1FB-7C50-41DF-87D4-D5AC7B141928}" srcOrd="3" destOrd="0" parTransId="{ECE4BD72-E755-4E0B-A6A1-421880C9393B}" sibTransId="{CD48F6D5-A3FD-4D56-9A1D-8FD3F1C94059}"/>
    <dgm:cxn modelId="{26C928F3-063B-4174-8F24-9399378E1D62}" type="presOf" srcId="{C0B288D1-48D7-4298-B2C9-86DF60F80392}" destId="{24BD371C-818D-4A4D-B807-71A7D662FBAA}" srcOrd="0" destOrd="0" presId="urn:microsoft.com/office/officeart/2018/2/layout/IconVerticalSolidList"/>
    <dgm:cxn modelId="{2D4E3C32-FDA4-4798-8F41-74E400DD91C8}" type="presParOf" srcId="{24BD371C-818D-4A4D-B807-71A7D662FBAA}" destId="{ACD69B80-7376-448F-8B33-9A9E60022AAA}" srcOrd="0" destOrd="0" presId="urn:microsoft.com/office/officeart/2018/2/layout/IconVerticalSolidList"/>
    <dgm:cxn modelId="{4D3EC4AA-7542-478F-B718-0B685C86AAFA}" type="presParOf" srcId="{ACD69B80-7376-448F-8B33-9A9E60022AAA}" destId="{E759D185-7CA4-4A24-9280-E8AC019CD791}" srcOrd="0" destOrd="0" presId="urn:microsoft.com/office/officeart/2018/2/layout/IconVerticalSolidList"/>
    <dgm:cxn modelId="{D1192CD1-D011-43BB-9EE2-C94CD19A7F59}" type="presParOf" srcId="{ACD69B80-7376-448F-8B33-9A9E60022AAA}" destId="{CE137D66-D39B-48D9-B766-08792182AB1B}" srcOrd="1" destOrd="0" presId="urn:microsoft.com/office/officeart/2018/2/layout/IconVerticalSolidList"/>
    <dgm:cxn modelId="{D86F9807-4FFA-4F94-A435-7E10B5305D7E}" type="presParOf" srcId="{ACD69B80-7376-448F-8B33-9A9E60022AAA}" destId="{F92AC09C-7E0C-4E64-9F7C-6E0BDD1484C5}" srcOrd="2" destOrd="0" presId="urn:microsoft.com/office/officeart/2018/2/layout/IconVerticalSolidList"/>
    <dgm:cxn modelId="{6235393F-3B32-4CD3-90B2-8487F126DFF5}" type="presParOf" srcId="{ACD69B80-7376-448F-8B33-9A9E60022AAA}" destId="{3A60CC7E-EF13-4DC2-B4B9-BA799C9E45C1}" srcOrd="3" destOrd="0" presId="urn:microsoft.com/office/officeart/2018/2/layout/IconVerticalSolidList"/>
    <dgm:cxn modelId="{0C0BE349-4F27-4B88-BBF4-0209CC671835}" type="presParOf" srcId="{24BD371C-818D-4A4D-B807-71A7D662FBAA}" destId="{08EDEAC0-C4B8-442E-9E41-AFBD04861DA1}" srcOrd="1" destOrd="0" presId="urn:microsoft.com/office/officeart/2018/2/layout/IconVerticalSolidList"/>
    <dgm:cxn modelId="{FBCFD7F2-3646-4A0E-A8FD-F2B7A64B3724}" type="presParOf" srcId="{24BD371C-818D-4A4D-B807-71A7D662FBAA}" destId="{521F1CBE-9EFD-42CE-AFC9-17DCDEE8F3E9}" srcOrd="2" destOrd="0" presId="urn:microsoft.com/office/officeart/2018/2/layout/IconVerticalSolidList"/>
    <dgm:cxn modelId="{EFC875E5-2C48-4D3D-9DF6-603E0EA2CB17}" type="presParOf" srcId="{521F1CBE-9EFD-42CE-AFC9-17DCDEE8F3E9}" destId="{19024524-EDD5-4188-9BD1-6BE7315593D0}" srcOrd="0" destOrd="0" presId="urn:microsoft.com/office/officeart/2018/2/layout/IconVerticalSolidList"/>
    <dgm:cxn modelId="{AE2D9BB4-FC7E-4AC9-9DB0-C001C8FD86A6}" type="presParOf" srcId="{521F1CBE-9EFD-42CE-AFC9-17DCDEE8F3E9}" destId="{53315018-2AB7-4BDA-81D7-B5F40BCCDB12}" srcOrd="1" destOrd="0" presId="urn:microsoft.com/office/officeart/2018/2/layout/IconVerticalSolidList"/>
    <dgm:cxn modelId="{BA3B0D87-6827-44B4-BFA1-D7F7DAB9133C}" type="presParOf" srcId="{521F1CBE-9EFD-42CE-AFC9-17DCDEE8F3E9}" destId="{4DE39C23-A326-4271-A36F-F0E4B068B067}" srcOrd="2" destOrd="0" presId="urn:microsoft.com/office/officeart/2018/2/layout/IconVerticalSolidList"/>
    <dgm:cxn modelId="{15E224E4-1768-474F-8776-D402A0C86D81}" type="presParOf" srcId="{521F1CBE-9EFD-42CE-AFC9-17DCDEE8F3E9}" destId="{855560B8-A1BC-4C00-8F5C-BFED30F45505}" srcOrd="3" destOrd="0" presId="urn:microsoft.com/office/officeart/2018/2/layout/IconVerticalSolidList"/>
    <dgm:cxn modelId="{9E7C9503-C3B4-40B9-A445-8EC440FB2322}" type="presParOf" srcId="{24BD371C-818D-4A4D-B807-71A7D662FBAA}" destId="{51ADFDB8-1B12-4C21-A608-1747AB52DFD0}" srcOrd="3" destOrd="0" presId="urn:microsoft.com/office/officeart/2018/2/layout/IconVerticalSolidList"/>
    <dgm:cxn modelId="{0654FA18-511F-49AB-A419-4410F592E91B}" type="presParOf" srcId="{24BD371C-818D-4A4D-B807-71A7D662FBAA}" destId="{C66EAF23-F21D-465A-83A7-7117F2BD93D3}" srcOrd="4" destOrd="0" presId="urn:microsoft.com/office/officeart/2018/2/layout/IconVerticalSolidList"/>
    <dgm:cxn modelId="{DA04D3DC-D080-4F0F-95CE-7DB9CEC95457}" type="presParOf" srcId="{C66EAF23-F21D-465A-83A7-7117F2BD93D3}" destId="{3C6A8682-1AAB-4DDA-8198-87CB874E9E87}" srcOrd="0" destOrd="0" presId="urn:microsoft.com/office/officeart/2018/2/layout/IconVerticalSolidList"/>
    <dgm:cxn modelId="{895B4118-35D0-4315-8057-A3A2D8FF4EDF}" type="presParOf" srcId="{C66EAF23-F21D-465A-83A7-7117F2BD93D3}" destId="{53A88EB9-DEC9-492C-8F84-C35A33CED79C}" srcOrd="1" destOrd="0" presId="urn:microsoft.com/office/officeart/2018/2/layout/IconVerticalSolidList"/>
    <dgm:cxn modelId="{490258B6-9727-4B4F-8AA0-4BBF69A672B1}" type="presParOf" srcId="{C66EAF23-F21D-465A-83A7-7117F2BD93D3}" destId="{A9A33B24-69CD-4644-9834-91200F22880E}" srcOrd="2" destOrd="0" presId="urn:microsoft.com/office/officeart/2018/2/layout/IconVerticalSolidList"/>
    <dgm:cxn modelId="{E0456FED-3276-45CA-9C0E-3E5604A652EC}" type="presParOf" srcId="{C66EAF23-F21D-465A-83A7-7117F2BD93D3}" destId="{CB796A3B-C9C3-4329-9346-EAE90968D142}" srcOrd="3" destOrd="0" presId="urn:microsoft.com/office/officeart/2018/2/layout/IconVerticalSolidList"/>
    <dgm:cxn modelId="{FE4DB471-21E8-4648-A1CC-B4F5E2E3B26B}" type="presParOf" srcId="{24BD371C-818D-4A4D-B807-71A7D662FBAA}" destId="{B1AE712E-A631-402C-856E-0596FB0B5927}" srcOrd="5" destOrd="0" presId="urn:microsoft.com/office/officeart/2018/2/layout/IconVerticalSolidList"/>
    <dgm:cxn modelId="{FFE6B229-1703-4B95-9D0A-561ACAC66061}" type="presParOf" srcId="{24BD371C-818D-4A4D-B807-71A7D662FBAA}" destId="{6AF57A22-F099-48F0-B557-6BC34341C67C}" srcOrd="6" destOrd="0" presId="urn:microsoft.com/office/officeart/2018/2/layout/IconVerticalSolidList"/>
    <dgm:cxn modelId="{8785595A-777E-4636-B09A-03C6D8369571}" type="presParOf" srcId="{6AF57A22-F099-48F0-B557-6BC34341C67C}" destId="{1EB0E206-B2FA-4349-AF04-10051915E1C9}" srcOrd="0" destOrd="0" presId="urn:microsoft.com/office/officeart/2018/2/layout/IconVerticalSolidList"/>
    <dgm:cxn modelId="{BA8E779C-EE27-4566-8CEC-55969D402D0F}" type="presParOf" srcId="{6AF57A22-F099-48F0-B557-6BC34341C67C}" destId="{C1800A5E-CB82-4DE9-96EF-39F8ED38B23D}" srcOrd="1" destOrd="0" presId="urn:microsoft.com/office/officeart/2018/2/layout/IconVerticalSolidList"/>
    <dgm:cxn modelId="{29492E8A-9DD0-44AB-AE72-141E2C3751A1}" type="presParOf" srcId="{6AF57A22-F099-48F0-B557-6BC34341C67C}" destId="{15121DC8-58D8-4865-8E90-DCA855E8AD26}" srcOrd="2" destOrd="0" presId="urn:microsoft.com/office/officeart/2018/2/layout/IconVerticalSolidList"/>
    <dgm:cxn modelId="{80F6186C-AB70-46FC-8069-86925B8D1DAF}" type="presParOf" srcId="{6AF57A22-F099-48F0-B557-6BC34341C67C}" destId="{E529B547-50C6-40D9-996F-C63E014EA6EC}" srcOrd="3" destOrd="0" presId="urn:microsoft.com/office/officeart/2018/2/layout/IconVerticalSolidList"/>
    <dgm:cxn modelId="{4A92317C-E0C7-471F-8D2B-53D8CFB271D0}" type="presParOf" srcId="{6AF57A22-F099-48F0-B557-6BC34341C67C}" destId="{E7D4C01B-66B7-4DE4-8DBA-C578A52178E5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0447B84-66C4-4814-8790-83A01D0741B3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2F3518F-B522-4C29-A2AF-89B4A0B31F7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New engineers should not go into primary on-call.</a:t>
          </a:r>
        </a:p>
      </dgm:t>
    </dgm:pt>
    <dgm:pt modelId="{CC28712E-A4F3-434C-9687-61C306D06EEC}" type="parTrans" cxnId="{55D9F3E6-4E2E-47E4-9FA0-B6C7EA478065}">
      <dgm:prSet/>
      <dgm:spPr/>
      <dgm:t>
        <a:bodyPr/>
        <a:lstStyle/>
        <a:p>
          <a:endParaRPr lang="en-US"/>
        </a:p>
      </dgm:t>
    </dgm:pt>
    <dgm:pt modelId="{B9710F2A-5A62-4C42-8404-37D1DA4E98E4}" type="sibTrans" cxnId="{55D9F3E6-4E2E-47E4-9FA0-B6C7EA478065}">
      <dgm:prSet/>
      <dgm:spPr/>
      <dgm:t>
        <a:bodyPr/>
        <a:lstStyle/>
        <a:p>
          <a:endParaRPr lang="en-US"/>
        </a:p>
      </dgm:t>
    </dgm:pt>
    <dgm:pt modelId="{BCA21B11-1344-4AE3-8EED-609314031BA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Best practices:</a:t>
          </a:r>
        </a:p>
      </dgm:t>
    </dgm:pt>
    <dgm:pt modelId="{D50E8BA9-2826-4884-AC09-0BB73A771266}" type="parTrans" cxnId="{075B33F2-6F1E-45F0-81BA-8DB6ED1834EB}">
      <dgm:prSet/>
      <dgm:spPr/>
      <dgm:t>
        <a:bodyPr/>
        <a:lstStyle/>
        <a:p>
          <a:endParaRPr lang="en-US"/>
        </a:p>
      </dgm:t>
    </dgm:pt>
    <dgm:pt modelId="{C26EA5B2-9342-4171-A64D-FBC5A415A3FD}" type="sibTrans" cxnId="{075B33F2-6F1E-45F0-81BA-8DB6ED1834EB}">
      <dgm:prSet/>
      <dgm:spPr/>
      <dgm:t>
        <a:bodyPr/>
        <a:lstStyle/>
        <a:p>
          <a:endParaRPr lang="en-US"/>
        </a:p>
      </dgm:t>
    </dgm:pt>
    <dgm:pt modelId="{CA1A3F3F-C2A4-4F9D-9342-9D975AD467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Shadow rotations: new team members receive alerts and follow an experienced on-call engineer.</a:t>
          </a:r>
        </a:p>
      </dgm:t>
    </dgm:pt>
    <dgm:pt modelId="{562909A2-B607-4FC0-BA45-BFCBEFD76E51}" type="parTrans" cxnId="{A915C7A8-9F6E-4DCB-9E6F-204B4C360172}">
      <dgm:prSet/>
      <dgm:spPr/>
      <dgm:t>
        <a:bodyPr/>
        <a:lstStyle/>
        <a:p>
          <a:endParaRPr lang="en-US"/>
        </a:p>
      </dgm:t>
    </dgm:pt>
    <dgm:pt modelId="{CACD8271-FAC2-4C83-AF50-E949F43C8256}" type="sibTrans" cxnId="{A915C7A8-9F6E-4DCB-9E6F-204B4C360172}">
      <dgm:prSet/>
      <dgm:spPr/>
      <dgm:t>
        <a:bodyPr/>
        <a:lstStyle/>
        <a:p>
          <a:endParaRPr lang="en-US"/>
        </a:p>
      </dgm:t>
    </dgm:pt>
    <dgm:pt modelId="{83C26498-3DFC-4D24-B150-E38A514B40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Structure training to go over dependencies, and incident response process/tools.</a:t>
          </a:r>
        </a:p>
      </dgm:t>
    </dgm:pt>
    <dgm:pt modelId="{09077741-1EF1-4626-B7F9-5BEF4EDD01C1}" type="parTrans" cxnId="{4E252C8B-FF20-4F10-80EB-529B901C6043}">
      <dgm:prSet/>
      <dgm:spPr/>
      <dgm:t>
        <a:bodyPr/>
        <a:lstStyle/>
        <a:p>
          <a:endParaRPr lang="en-US"/>
        </a:p>
      </dgm:t>
    </dgm:pt>
    <dgm:pt modelId="{3CE0C08C-841B-4C5C-BD11-557A847F0E01}" type="sibTrans" cxnId="{4E252C8B-FF20-4F10-80EB-529B901C6043}">
      <dgm:prSet/>
      <dgm:spPr/>
      <dgm:t>
        <a:bodyPr/>
        <a:lstStyle/>
        <a:p>
          <a:endParaRPr lang="en-US"/>
        </a:p>
      </dgm:t>
    </dgm:pt>
    <dgm:pt modelId="{5BAC8231-C608-42DF-A889-1096FBB842D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Stabilize the issues</a:t>
          </a:r>
        </a:p>
      </dgm:t>
    </dgm:pt>
    <dgm:pt modelId="{581386E5-CD69-405A-8E19-E870ADAEC44B}" type="parTrans" cxnId="{F691C00B-7848-48C3-8164-7A175D689732}">
      <dgm:prSet/>
      <dgm:spPr/>
      <dgm:t>
        <a:bodyPr/>
        <a:lstStyle/>
        <a:p>
          <a:endParaRPr lang="en-US"/>
        </a:p>
      </dgm:t>
    </dgm:pt>
    <dgm:pt modelId="{8AFD0002-E0DF-4C02-B22B-9D5112F8E70E}" type="sibTrans" cxnId="{F691C00B-7848-48C3-8164-7A175D689732}">
      <dgm:prSet/>
      <dgm:spPr/>
      <dgm:t>
        <a:bodyPr/>
        <a:lstStyle/>
        <a:p>
          <a:endParaRPr lang="en-US"/>
        </a:p>
      </dgm:t>
    </dgm:pt>
    <dgm:pt modelId="{57BAF713-43DB-40FB-9ECD-BB48D95177F2}" type="pres">
      <dgm:prSet presAssocID="{30447B84-66C4-4814-8790-83A01D0741B3}" presName="root" presStyleCnt="0">
        <dgm:presLayoutVars>
          <dgm:dir/>
          <dgm:resizeHandles val="exact"/>
        </dgm:presLayoutVars>
      </dgm:prSet>
      <dgm:spPr/>
    </dgm:pt>
    <dgm:pt modelId="{31BA07C6-94B6-42ED-A7EC-011728131109}" type="pres">
      <dgm:prSet presAssocID="{B2F3518F-B522-4C29-A2AF-89B4A0B31F75}" presName="compNode" presStyleCnt="0"/>
      <dgm:spPr/>
    </dgm:pt>
    <dgm:pt modelId="{6B1381BD-C7CA-4749-A0ED-776870868075}" type="pres">
      <dgm:prSet presAssocID="{B2F3518F-B522-4C29-A2AF-89B4A0B31F7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orbidden"/>
        </a:ext>
      </dgm:extLst>
    </dgm:pt>
    <dgm:pt modelId="{B359599C-08A0-4997-88EE-3CC785EC4D31}" type="pres">
      <dgm:prSet presAssocID="{B2F3518F-B522-4C29-A2AF-89B4A0B31F75}" presName="iconSpace" presStyleCnt="0"/>
      <dgm:spPr/>
    </dgm:pt>
    <dgm:pt modelId="{D8FE45EC-4591-4BFD-A4AF-111E720BF2C7}" type="pres">
      <dgm:prSet presAssocID="{B2F3518F-B522-4C29-A2AF-89B4A0B31F75}" presName="parTx" presStyleLbl="revTx" presStyleIdx="0" presStyleCnt="4">
        <dgm:presLayoutVars>
          <dgm:chMax val="0"/>
          <dgm:chPref val="0"/>
        </dgm:presLayoutVars>
      </dgm:prSet>
      <dgm:spPr/>
    </dgm:pt>
    <dgm:pt modelId="{7D84B724-6663-4E8A-BB04-3EF50FCFFF70}" type="pres">
      <dgm:prSet presAssocID="{B2F3518F-B522-4C29-A2AF-89B4A0B31F75}" presName="txSpace" presStyleCnt="0"/>
      <dgm:spPr/>
    </dgm:pt>
    <dgm:pt modelId="{8C2F7A36-F356-4CB0-9356-DA7C2B970879}" type="pres">
      <dgm:prSet presAssocID="{B2F3518F-B522-4C29-A2AF-89B4A0B31F75}" presName="desTx" presStyleLbl="revTx" presStyleIdx="1" presStyleCnt="4">
        <dgm:presLayoutVars/>
      </dgm:prSet>
      <dgm:spPr/>
    </dgm:pt>
    <dgm:pt modelId="{4F62B582-DFD0-4F3A-B9E9-680EFF8EC993}" type="pres">
      <dgm:prSet presAssocID="{B9710F2A-5A62-4C42-8404-37D1DA4E98E4}" presName="sibTrans" presStyleCnt="0"/>
      <dgm:spPr/>
    </dgm:pt>
    <dgm:pt modelId="{C35D169F-CB32-493D-854D-CAEC8F89982D}" type="pres">
      <dgm:prSet presAssocID="{BCA21B11-1344-4AE3-8EED-609314031BA1}" presName="compNode" presStyleCnt="0"/>
      <dgm:spPr/>
    </dgm:pt>
    <dgm:pt modelId="{F81938D6-E748-435B-A697-67304E735B0B}" type="pres">
      <dgm:prSet presAssocID="{BCA21B11-1344-4AE3-8EED-609314031BA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5DCC1A85-3C58-43AD-8D6C-8A6260B63554}" type="pres">
      <dgm:prSet presAssocID="{BCA21B11-1344-4AE3-8EED-609314031BA1}" presName="iconSpace" presStyleCnt="0"/>
      <dgm:spPr/>
    </dgm:pt>
    <dgm:pt modelId="{5C5336B0-2536-461B-B3EA-F38A05B097F2}" type="pres">
      <dgm:prSet presAssocID="{BCA21B11-1344-4AE3-8EED-609314031BA1}" presName="parTx" presStyleLbl="revTx" presStyleIdx="2" presStyleCnt="4">
        <dgm:presLayoutVars>
          <dgm:chMax val="0"/>
          <dgm:chPref val="0"/>
        </dgm:presLayoutVars>
      </dgm:prSet>
      <dgm:spPr/>
    </dgm:pt>
    <dgm:pt modelId="{ADCC1864-791B-405E-BE37-4D178BF0B829}" type="pres">
      <dgm:prSet presAssocID="{BCA21B11-1344-4AE3-8EED-609314031BA1}" presName="txSpace" presStyleCnt="0"/>
      <dgm:spPr/>
    </dgm:pt>
    <dgm:pt modelId="{C18936FC-CD5B-46A4-8986-64DAB536A2C5}" type="pres">
      <dgm:prSet presAssocID="{BCA21B11-1344-4AE3-8EED-609314031BA1}" presName="desTx" presStyleLbl="revTx" presStyleIdx="3" presStyleCnt="4">
        <dgm:presLayoutVars/>
      </dgm:prSet>
      <dgm:spPr/>
    </dgm:pt>
  </dgm:ptLst>
  <dgm:cxnLst>
    <dgm:cxn modelId="{193E6007-4F6F-4834-BD21-DBA4A3389A22}" type="presOf" srcId="{5BAC8231-C608-42DF-A889-1096FBB842D9}" destId="{C18936FC-CD5B-46A4-8986-64DAB536A2C5}" srcOrd="0" destOrd="2" presId="urn:microsoft.com/office/officeart/2018/5/layout/CenteredIconLabelDescriptionList"/>
    <dgm:cxn modelId="{F691C00B-7848-48C3-8164-7A175D689732}" srcId="{BCA21B11-1344-4AE3-8EED-609314031BA1}" destId="{5BAC8231-C608-42DF-A889-1096FBB842D9}" srcOrd="2" destOrd="0" parTransId="{581386E5-CD69-405A-8E19-E870ADAEC44B}" sibTransId="{8AFD0002-E0DF-4C02-B22B-9D5112F8E70E}"/>
    <dgm:cxn modelId="{15237A61-6D47-4DAA-85F0-7FA66C1C2CB9}" type="presOf" srcId="{B2F3518F-B522-4C29-A2AF-89B4A0B31F75}" destId="{D8FE45EC-4591-4BFD-A4AF-111E720BF2C7}" srcOrd="0" destOrd="0" presId="urn:microsoft.com/office/officeart/2018/5/layout/CenteredIconLabelDescriptionList"/>
    <dgm:cxn modelId="{4E252C8B-FF20-4F10-80EB-529B901C6043}" srcId="{BCA21B11-1344-4AE3-8EED-609314031BA1}" destId="{83C26498-3DFC-4D24-B150-E38A514B401A}" srcOrd="1" destOrd="0" parTransId="{09077741-1EF1-4626-B7F9-5BEF4EDD01C1}" sibTransId="{3CE0C08C-841B-4C5C-BD11-557A847F0E01}"/>
    <dgm:cxn modelId="{797C1A99-EA0A-4A01-B376-04D32EC142E4}" type="presOf" srcId="{CA1A3F3F-C2A4-4F9D-9342-9D975AD46767}" destId="{C18936FC-CD5B-46A4-8986-64DAB536A2C5}" srcOrd="0" destOrd="0" presId="urn:microsoft.com/office/officeart/2018/5/layout/CenteredIconLabelDescriptionList"/>
    <dgm:cxn modelId="{A915C7A8-9F6E-4DCB-9E6F-204B4C360172}" srcId="{BCA21B11-1344-4AE3-8EED-609314031BA1}" destId="{CA1A3F3F-C2A4-4F9D-9342-9D975AD46767}" srcOrd="0" destOrd="0" parTransId="{562909A2-B607-4FC0-BA45-BFCBEFD76E51}" sibTransId="{CACD8271-FAC2-4C83-AF50-E949F43C8256}"/>
    <dgm:cxn modelId="{248188B3-10F5-44DE-B17B-907E3449F7A4}" type="presOf" srcId="{BCA21B11-1344-4AE3-8EED-609314031BA1}" destId="{5C5336B0-2536-461B-B3EA-F38A05B097F2}" srcOrd="0" destOrd="0" presId="urn:microsoft.com/office/officeart/2018/5/layout/CenteredIconLabelDescriptionList"/>
    <dgm:cxn modelId="{9DEDF9C6-E1BC-45D4-8BAF-05F657DDAE3C}" type="presOf" srcId="{30447B84-66C4-4814-8790-83A01D0741B3}" destId="{57BAF713-43DB-40FB-9ECD-BB48D95177F2}" srcOrd="0" destOrd="0" presId="urn:microsoft.com/office/officeart/2018/5/layout/CenteredIconLabelDescriptionList"/>
    <dgm:cxn modelId="{55D9F3E6-4E2E-47E4-9FA0-B6C7EA478065}" srcId="{30447B84-66C4-4814-8790-83A01D0741B3}" destId="{B2F3518F-B522-4C29-A2AF-89B4A0B31F75}" srcOrd="0" destOrd="0" parTransId="{CC28712E-A4F3-434C-9687-61C306D06EEC}" sibTransId="{B9710F2A-5A62-4C42-8404-37D1DA4E98E4}"/>
    <dgm:cxn modelId="{F28090E8-8AEC-4B5B-8783-C164B33224D3}" type="presOf" srcId="{83C26498-3DFC-4D24-B150-E38A514B401A}" destId="{C18936FC-CD5B-46A4-8986-64DAB536A2C5}" srcOrd="0" destOrd="1" presId="urn:microsoft.com/office/officeart/2018/5/layout/CenteredIconLabelDescriptionList"/>
    <dgm:cxn modelId="{075B33F2-6F1E-45F0-81BA-8DB6ED1834EB}" srcId="{30447B84-66C4-4814-8790-83A01D0741B3}" destId="{BCA21B11-1344-4AE3-8EED-609314031BA1}" srcOrd="1" destOrd="0" parTransId="{D50E8BA9-2826-4884-AC09-0BB73A771266}" sibTransId="{C26EA5B2-9342-4171-A64D-FBC5A415A3FD}"/>
    <dgm:cxn modelId="{4494FBD6-99EF-488E-B0B0-A73059AA089D}" type="presParOf" srcId="{57BAF713-43DB-40FB-9ECD-BB48D95177F2}" destId="{31BA07C6-94B6-42ED-A7EC-011728131109}" srcOrd="0" destOrd="0" presId="urn:microsoft.com/office/officeart/2018/5/layout/CenteredIconLabelDescriptionList"/>
    <dgm:cxn modelId="{7AB48677-E496-4E72-B1DC-5E1AE55F47E8}" type="presParOf" srcId="{31BA07C6-94B6-42ED-A7EC-011728131109}" destId="{6B1381BD-C7CA-4749-A0ED-776870868075}" srcOrd="0" destOrd="0" presId="urn:microsoft.com/office/officeart/2018/5/layout/CenteredIconLabelDescriptionList"/>
    <dgm:cxn modelId="{B791DC0D-9622-49F9-B4D7-E9C9FCED28AD}" type="presParOf" srcId="{31BA07C6-94B6-42ED-A7EC-011728131109}" destId="{B359599C-08A0-4997-88EE-3CC785EC4D31}" srcOrd="1" destOrd="0" presId="urn:microsoft.com/office/officeart/2018/5/layout/CenteredIconLabelDescriptionList"/>
    <dgm:cxn modelId="{916CBC92-5592-4883-9455-D80EEE5E06B7}" type="presParOf" srcId="{31BA07C6-94B6-42ED-A7EC-011728131109}" destId="{D8FE45EC-4591-4BFD-A4AF-111E720BF2C7}" srcOrd="2" destOrd="0" presId="urn:microsoft.com/office/officeart/2018/5/layout/CenteredIconLabelDescriptionList"/>
    <dgm:cxn modelId="{AB57B58A-4930-4338-85EE-8D3958E67593}" type="presParOf" srcId="{31BA07C6-94B6-42ED-A7EC-011728131109}" destId="{7D84B724-6663-4E8A-BB04-3EF50FCFFF70}" srcOrd="3" destOrd="0" presId="urn:microsoft.com/office/officeart/2018/5/layout/CenteredIconLabelDescriptionList"/>
    <dgm:cxn modelId="{A0166C21-7DC9-472A-BB85-BB231E68375D}" type="presParOf" srcId="{31BA07C6-94B6-42ED-A7EC-011728131109}" destId="{8C2F7A36-F356-4CB0-9356-DA7C2B970879}" srcOrd="4" destOrd="0" presId="urn:microsoft.com/office/officeart/2018/5/layout/CenteredIconLabelDescriptionList"/>
    <dgm:cxn modelId="{7AA05639-5E0C-4DCE-BB0E-3039C8CB8958}" type="presParOf" srcId="{57BAF713-43DB-40FB-9ECD-BB48D95177F2}" destId="{4F62B582-DFD0-4F3A-B9E9-680EFF8EC993}" srcOrd="1" destOrd="0" presId="urn:microsoft.com/office/officeart/2018/5/layout/CenteredIconLabelDescriptionList"/>
    <dgm:cxn modelId="{5C0B061E-E2B2-4939-A6D4-CFF756DBBB20}" type="presParOf" srcId="{57BAF713-43DB-40FB-9ECD-BB48D95177F2}" destId="{C35D169F-CB32-493D-854D-CAEC8F89982D}" srcOrd="2" destOrd="0" presId="urn:microsoft.com/office/officeart/2018/5/layout/CenteredIconLabelDescriptionList"/>
    <dgm:cxn modelId="{E4F5C621-E74B-4E28-9CDE-28C039BB8AAF}" type="presParOf" srcId="{C35D169F-CB32-493D-854D-CAEC8F89982D}" destId="{F81938D6-E748-435B-A697-67304E735B0B}" srcOrd="0" destOrd="0" presId="urn:microsoft.com/office/officeart/2018/5/layout/CenteredIconLabelDescriptionList"/>
    <dgm:cxn modelId="{BC23974B-0930-4569-A3FF-BD2AD32761C6}" type="presParOf" srcId="{C35D169F-CB32-493D-854D-CAEC8F89982D}" destId="{5DCC1A85-3C58-43AD-8D6C-8A6260B63554}" srcOrd="1" destOrd="0" presId="urn:microsoft.com/office/officeart/2018/5/layout/CenteredIconLabelDescriptionList"/>
    <dgm:cxn modelId="{3D36B263-8CC2-42C4-B830-F8AFE99C1837}" type="presParOf" srcId="{C35D169F-CB32-493D-854D-CAEC8F89982D}" destId="{5C5336B0-2536-461B-B3EA-F38A05B097F2}" srcOrd="2" destOrd="0" presId="urn:microsoft.com/office/officeart/2018/5/layout/CenteredIconLabelDescriptionList"/>
    <dgm:cxn modelId="{5665E37B-B5EB-4E67-8F4B-A3C0006197D2}" type="presParOf" srcId="{C35D169F-CB32-493D-854D-CAEC8F89982D}" destId="{ADCC1864-791B-405E-BE37-4D178BF0B829}" srcOrd="3" destOrd="0" presId="urn:microsoft.com/office/officeart/2018/5/layout/CenteredIconLabelDescriptionList"/>
    <dgm:cxn modelId="{D2E80757-D3F3-4716-880E-1880B0613733}" type="presParOf" srcId="{C35D169F-CB32-493D-854D-CAEC8F89982D}" destId="{C18936FC-CD5B-46A4-8986-64DAB536A2C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546A5CF-3DA5-4D02-89FD-7BDC2A43F5E8}" type="doc">
      <dgm:prSet loTypeId="urn:microsoft.com/office/officeart/2016/7/layout/BasicLinearProcessNumbered" loCatId="process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95B5E1F-C31D-49E9-A7DA-6BC748EE874E}">
      <dgm:prSet/>
      <dgm:spPr/>
      <dgm:t>
        <a:bodyPr/>
        <a:lstStyle/>
        <a:p>
          <a:r>
            <a:rPr lang="en-US"/>
            <a:t>Limit operational load</a:t>
          </a:r>
        </a:p>
      </dgm:t>
    </dgm:pt>
    <dgm:pt modelId="{2251F719-D09E-4ACB-B68D-4735C9BBFB2F}" type="parTrans" cxnId="{3513B4E1-C7E5-4427-85BA-4F0FEB861DA2}">
      <dgm:prSet/>
      <dgm:spPr/>
      <dgm:t>
        <a:bodyPr/>
        <a:lstStyle/>
        <a:p>
          <a:endParaRPr lang="en-US"/>
        </a:p>
      </dgm:t>
    </dgm:pt>
    <dgm:pt modelId="{88978236-172F-48A1-80FA-E9336DCC1F8E}" type="sibTrans" cxnId="{3513B4E1-C7E5-4427-85BA-4F0FEB861DA2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E4BAA55B-B7D8-4811-B551-442E77216EBF}">
      <dgm:prSet/>
      <dgm:spPr/>
      <dgm:t>
        <a:bodyPr/>
        <a:lstStyle/>
        <a:p>
          <a:r>
            <a:rPr lang="en-US"/>
            <a:t>Provide time off or pay for after-hour work.</a:t>
          </a:r>
        </a:p>
      </dgm:t>
    </dgm:pt>
    <dgm:pt modelId="{9C9BDA09-19EF-4EDA-BC4A-D89DE15DA2A1}" type="parTrans" cxnId="{F83311CB-8746-4A70-86D4-F20E52AC70C5}">
      <dgm:prSet/>
      <dgm:spPr/>
      <dgm:t>
        <a:bodyPr/>
        <a:lstStyle/>
        <a:p>
          <a:endParaRPr lang="en-US"/>
        </a:p>
      </dgm:t>
    </dgm:pt>
    <dgm:pt modelId="{A48FC38C-D473-4C7A-ABC7-BA32494CA664}" type="sibTrans" cxnId="{F83311CB-8746-4A70-86D4-F20E52AC70C5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9853D128-171E-405A-B67A-ED8825F3D377}">
      <dgm:prSet/>
      <dgm:spPr/>
      <dgm:t>
        <a:bodyPr/>
        <a:lstStyle/>
        <a:p>
          <a:r>
            <a:rPr lang="en-US"/>
            <a:t>Encourage feedback about rotations and make improvements visible.</a:t>
          </a:r>
        </a:p>
      </dgm:t>
    </dgm:pt>
    <dgm:pt modelId="{F007E602-813F-4987-A85C-88AC93EF1189}" type="parTrans" cxnId="{9C9DCB00-CE70-4052-A050-202F92D5FFD1}">
      <dgm:prSet/>
      <dgm:spPr/>
      <dgm:t>
        <a:bodyPr/>
        <a:lstStyle/>
        <a:p>
          <a:endParaRPr lang="en-US"/>
        </a:p>
      </dgm:t>
    </dgm:pt>
    <dgm:pt modelId="{8826181A-07F0-4E34-A605-940A7D387205}" type="sibTrans" cxnId="{9C9DCB00-CE70-4052-A050-202F92D5FFD1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99D2829B-54C4-44E0-9FC5-54E9F3736D60}">
      <dgm:prSet/>
      <dgm:spPr/>
      <dgm:t>
        <a:bodyPr/>
        <a:lstStyle/>
        <a:p>
          <a:r>
            <a:rPr lang="en-US"/>
            <a:t>Rotate often and staff the team appropriately:</a:t>
          </a:r>
        </a:p>
      </dgm:t>
    </dgm:pt>
    <dgm:pt modelId="{419E630F-FF84-451D-8327-D3129549FCC5}" type="parTrans" cxnId="{98934C31-A7D8-4007-AB89-C1406A5C2AE0}">
      <dgm:prSet/>
      <dgm:spPr/>
      <dgm:t>
        <a:bodyPr/>
        <a:lstStyle/>
        <a:p>
          <a:endParaRPr lang="en-US"/>
        </a:p>
      </dgm:t>
    </dgm:pt>
    <dgm:pt modelId="{9EA4C711-6918-4D73-AEC4-9913139B2C0F}" type="sibTrans" cxnId="{98934C31-A7D8-4007-AB89-C1406A5C2AE0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688FF04C-435E-4E1B-8F5A-CC61E2D44045}">
      <dgm:prSet/>
      <dgm:spPr/>
      <dgm:t>
        <a:bodyPr/>
        <a:lstStyle/>
        <a:p>
          <a:r>
            <a:rPr lang="en-US"/>
            <a:t>No one is on-call frequently</a:t>
          </a:r>
        </a:p>
      </dgm:t>
    </dgm:pt>
    <dgm:pt modelId="{6AF798AA-4578-4C94-85F0-2800B7C561EB}" type="parTrans" cxnId="{D189BEAF-8CEF-420E-B85A-86BE5E68A6C2}">
      <dgm:prSet/>
      <dgm:spPr/>
      <dgm:t>
        <a:bodyPr/>
        <a:lstStyle/>
        <a:p>
          <a:endParaRPr lang="en-US"/>
        </a:p>
      </dgm:t>
    </dgm:pt>
    <dgm:pt modelId="{BAE6CEDB-ACC4-4941-BBB0-50FCE2A31A0F}" type="sibTrans" cxnId="{D189BEAF-8CEF-420E-B85A-86BE5E68A6C2}">
      <dgm:prSet/>
      <dgm:spPr/>
      <dgm:t>
        <a:bodyPr/>
        <a:lstStyle/>
        <a:p>
          <a:endParaRPr lang="en-US"/>
        </a:p>
      </dgm:t>
    </dgm:pt>
    <dgm:pt modelId="{418E65B6-73FC-4A33-A9D4-5CABDFBBFFB3}">
      <dgm:prSet/>
      <dgm:spPr/>
      <dgm:t>
        <a:bodyPr/>
        <a:lstStyle/>
        <a:p>
          <a:r>
            <a:rPr lang="en-US"/>
            <a:t>Fully disconnect when they are not on duty  </a:t>
          </a:r>
        </a:p>
      </dgm:t>
    </dgm:pt>
    <dgm:pt modelId="{D9FD3820-AE0E-41E3-BFDE-9C430896854E}" type="parTrans" cxnId="{9803E549-7BE9-4452-B481-64B71E97A8B8}">
      <dgm:prSet/>
      <dgm:spPr/>
      <dgm:t>
        <a:bodyPr/>
        <a:lstStyle/>
        <a:p>
          <a:endParaRPr lang="en-US"/>
        </a:p>
      </dgm:t>
    </dgm:pt>
    <dgm:pt modelId="{B19CB55F-3D7C-4F23-97B1-055255A03F0C}" type="sibTrans" cxnId="{9803E549-7BE9-4452-B481-64B71E97A8B8}">
      <dgm:prSet/>
      <dgm:spPr/>
      <dgm:t>
        <a:bodyPr/>
        <a:lstStyle/>
        <a:p>
          <a:endParaRPr lang="en-US"/>
        </a:p>
      </dgm:t>
    </dgm:pt>
    <dgm:pt modelId="{026E9423-998E-4159-92CC-CDB6E216C328}" type="pres">
      <dgm:prSet presAssocID="{A546A5CF-3DA5-4D02-89FD-7BDC2A43F5E8}" presName="Name0" presStyleCnt="0">
        <dgm:presLayoutVars>
          <dgm:animLvl val="lvl"/>
          <dgm:resizeHandles val="exact"/>
        </dgm:presLayoutVars>
      </dgm:prSet>
      <dgm:spPr/>
    </dgm:pt>
    <dgm:pt modelId="{7FBBF895-83FD-4C56-B228-227C908C7CF0}" type="pres">
      <dgm:prSet presAssocID="{095B5E1F-C31D-49E9-A7DA-6BC748EE874E}" presName="compositeNode" presStyleCnt="0">
        <dgm:presLayoutVars>
          <dgm:bulletEnabled val="1"/>
        </dgm:presLayoutVars>
      </dgm:prSet>
      <dgm:spPr/>
    </dgm:pt>
    <dgm:pt modelId="{2459B828-4E71-45AD-ABBA-61EDED7974E8}" type="pres">
      <dgm:prSet presAssocID="{095B5E1F-C31D-49E9-A7DA-6BC748EE874E}" presName="bgRect" presStyleLbl="bgAccFollowNode1" presStyleIdx="0" presStyleCnt="4"/>
      <dgm:spPr/>
    </dgm:pt>
    <dgm:pt modelId="{D5D82383-FA7C-4782-A473-2BCEB8E57A6D}" type="pres">
      <dgm:prSet presAssocID="{88978236-172F-48A1-80FA-E9336DCC1F8E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7E254AC1-D403-499C-8639-FC6EF0C89D51}" type="pres">
      <dgm:prSet presAssocID="{095B5E1F-C31D-49E9-A7DA-6BC748EE874E}" presName="bottomLine" presStyleLbl="alignNode1" presStyleIdx="1" presStyleCnt="8">
        <dgm:presLayoutVars/>
      </dgm:prSet>
      <dgm:spPr/>
    </dgm:pt>
    <dgm:pt modelId="{04667DC9-9F23-401C-AE87-97308C3E1700}" type="pres">
      <dgm:prSet presAssocID="{095B5E1F-C31D-49E9-A7DA-6BC748EE874E}" presName="nodeText" presStyleLbl="bgAccFollowNode1" presStyleIdx="0" presStyleCnt="4">
        <dgm:presLayoutVars>
          <dgm:bulletEnabled val="1"/>
        </dgm:presLayoutVars>
      </dgm:prSet>
      <dgm:spPr/>
    </dgm:pt>
    <dgm:pt modelId="{91016ED8-BAE7-459E-87F2-50E14AB9E213}" type="pres">
      <dgm:prSet presAssocID="{88978236-172F-48A1-80FA-E9336DCC1F8E}" presName="sibTrans" presStyleCnt="0"/>
      <dgm:spPr/>
    </dgm:pt>
    <dgm:pt modelId="{FDF8B12D-4322-40CE-8A36-BAA7016EB68B}" type="pres">
      <dgm:prSet presAssocID="{E4BAA55B-B7D8-4811-B551-442E77216EBF}" presName="compositeNode" presStyleCnt="0">
        <dgm:presLayoutVars>
          <dgm:bulletEnabled val="1"/>
        </dgm:presLayoutVars>
      </dgm:prSet>
      <dgm:spPr/>
    </dgm:pt>
    <dgm:pt modelId="{0D13B164-E168-47E6-BDB8-2BD46B1AFF93}" type="pres">
      <dgm:prSet presAssocID="{E4BAA55B-B7D8-4811-B551-442E77216EBF}" presName="bgRect" presStyleLbl="bgAccFollowNode1" presStyleIdx="1" presStyleCnt="4"/>
      <dgm:spPr/>
    </dgm:pt>
    <dgm:pt modelId="{C21ACE51-6498-4AFE-8656-8F0554BA3F54}" type="pres">
      <dgm:prSet presAssocID="{A48FC38C-D473-4C7A-ABC7-BA32494CA664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6DC48E17-9200-4206-969C-1127134FF9FC}" type="pres">
      <dgm:prSet presAssocID="{E4BAA55B-B7D8-4811-B551-442E77216EBF}" presName="bottomLine" presStyleLbl="alignNode1" presStyleIdx="3" presStyleCnt="8">
        <dgm:presLayoutVars/>
      </dgm:prSet>
      <dgm:spPr/>
    </dgm:pt>
    <dgm:pt modelId="{06030275-4114-4809-BE84-A91789A38C6D}" type="pres">
      <dgm:prSet presAssocID="{E4BAA55B-B7D8-4811-B551-442E77216EBF}" presName="nodeText" presStyleLbl="bgAccFollowNode1" presStyleIdx="1" presStyleCnt="4">
        <dgm:presLayoutVars>
          <dgm:bulletEnabled val="1"/>
        </dgm:presLayoutVars>
      </dgm:prSet>
      <dgm:spPr/>
    </dgm:pt>
    <dgm:pt modelId="{6793DFE4-BA7D-484E-A29B-03853BF0F8EE}" type="pres">
      <dgm:prSet presAssocID="{A48FC38C-D473-4C7A-ABC7-BA32494CA664}" presName="sibTrans" presStyleCnt="0"/>
      <dgm:spPr/>
    </dgm:pt>
    <dgm:pt modelId="{3D847F5C-5ED7-443B-B30D-4CAF3790C5F2}" type="pres">
      <dgm:prSet presAssocID="{9853D128-171E-405A-B67A-ED8825F3D377}" presName="compositeNode" presStyleCnt="0">
        <dgm:presLayoutVars>
          <dgm:bulletEnabled val="1"/>
        </dgm:presLayoutVars>
      </dgm:prSet>
      <dgm:spPr/>
    </dgm:pt>
    <dgm:pt modelId="{82EB0040-E915-4496-9611-169B8003FB4E}" type="pres">
      <dgm:prSet presAssocID="{9853D128-171E-405A-B67A-ED8825F3D377}" presName="bgRect" presStyleLbl="bgAccFollowNode1" presStyleIdx="2" presStyleCnt="4"/>
      <dgm:spPr/>
    </dgm:pt>
    <dgm:pt modelId="{A3B96A4A-BCFB-41D8-930F-59474919B056}" type="pres">
      <dgm:prSet presAssocID="{8826181A-07F0-4E34-A605-940A7D387205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4AD4696E-BFA9-4B80-9EB7-312D778EF0DB}" type="pres">
      <dgm:prSet presAssocID="{9853D128-171E-405A-B67A-ED8825F3D377}" presName="bottomLine" presStyleLbl="alignNode1" presStyleIdx="5" presStyleCnt="8">
        <dgm:presLayoutVars/>
      </dgm:prSet>
      <dgm:spPr/>
    </dgm:pt>
    <dgm:pt modelId="{FED49FB5-DA90-49DC-A5FC-3E2A5900D00C}" type="pres">
      <dgm:prSet presAssocID="{9853D128-171E-405A-B67A-ED8825F3D377}" presName="nodeText" presStyleLbl="bgAccFollowNode1" presStyleIdx="2" presStyleCnt="4">
        <dgm:presLayoutVars>
          <dgm:bulletEnabled val="1"/>
        </dgm:presLayoutVars>
      </dgm:prSet>
      <dgm:spPr/>
    </dgm:pt>
    <dgm:pt modelId="{3D366F78-2973-426E-999E-116DBDC624C8}" type="pres">
      <dgm:prSet presAssocID="{8826181A-07F0-4E34-A605-940A7D387205}" presName="sibTrans" presStyleCnt="0"/>
      <dgm:spPr/>
    </dgm:pt>
    <dgm:pt modelId="{0EA2E3FD-BCFE-41EC-8A10-22D75E1366C4}" type="pres">
      <dgm:prSet presAssocID="{99D2829B-54C4-44E0-9FC5-54E9F3736D60}" presName="compositeNode" presStyleCnt="0">
        <dgm:presLayoutVars>
          <dgm:bulletEnabled val="1"/>
        </dgm:presLayoutVars>
      </dgm:prSet>
      <dgm:spPr/>
    </dgm:pt>
    <dgm:pt modelId="{37560069-60F0-41A3-9794-FE532B670330}" type="pres">
      <dgm:prSet presAssocID="{99D2829B-54C4-44E0-9FC5-54E9F3736D60}" presName="bgRect" presStyleLbl="bgAccFollowNode1" presStyleIdx="3" presStyleCnt="4"/>
      <dgm:spPr/>
    </dgm:pt>
    <dgm:pt modelId="{621FC65B-6B82-4A4C-B946-4E7AA433630A}" type="pres">
      <dgm:prSet presAssocID="{9EA4C711-6918-4D73-AEC4-9913139B2C0F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7C68BDDC-C660-44AA-8D58-F3D0E9C5F2E7}" type="pres">
      <dgm:prSet presAssocID="{99D2829B-54C4-44E0-9FC5-54E9F3736D60}" presName="bottomLine" presStyleLbl="alignNode1" presStyleIdx="7" presStyleCnt="8">
        <dgm:presLayoutVars/>
      </dgm:prSet>
      <dgm:spPr/>
    </dgm:pt>
    <dgm:pt modelId="{5053E42E-BAB7-4AE4-AEEE-6F69C70AA614}" type="pres">
      <dgm:prSet presAssocID="{99D2829B-54C4-44E0-9FC5-54E9F3736D60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9C9DCB00-CE70-4052-A050-202F92D5FFD1}" srcId="{A546A5CF-3DA5-4D02-89FD-7BDC2A43F5E8}" destId="{9853D128-171E-405A-B67A-ED8825F3D377}" srcOrd="2" destOrd="0" parTransId="{F007E602-813F-4987-A85C-88AC93EF1189}" sibTransId="{8826181A-07F0-4E34-A605-940A7D387205}"/>
    <dgm:cxn modelId="{B40E3609-254B-42F8-BD6D-B7F66D9DBA43}" type="presOf" srcId="{095B5E1F-C31D-49E9-A7DA-6BC748EE874E}" destId="{2459B828-4E71-45AD-ABBA-61EDED7974E8}" srcOrd="0" destOrd="0" presId="urn:microsoft.com/office/officeart/2016/7/layout/BasicLinearProcessNumbered"/>
    <dgm:cxn modelId="{441F922A-9DD0-440C-A675-4B8C72CC7F5B}" type="presOf" srcId="{A48FC38C-D473-4C7A-ABC7-BA32494CA664}" destId="{C21ACE51-6498-4AFE-8656-8F0554BA3F54}" srcOrd="0" destOrd="0" presId="urn:microsoft.com/office/officeart/2016/7/layout/BasicLinearProcessNumbered"/>
    <dgm:cxn modelId="{98934C31-A7D8-4007-AB89-C1406A5C2AE0}" srcId="{A546A5CF-3DA5-4D02-89FD-7BDC2A43F5E8}" destId="{99D2829B-54C4-44E0-9FC5-54E9F3736D60}" srcOrd="3" destOrd="0" parTransId="{419E630F-FF84-451D-8327-D3129549FCC5}" sibTransId="{9EA4C711-6918-4D73-AEC4-9913139B2C0F}"/>
    <dgm:cxn modelId="{4C13BB31-C9C7-4637-9C10-D9AE31838C4E}" type="presOf" srcId="{9853D128-171E-405A-B67A-ED8825F3D377}" destId="{82EB0040-E915-4496-9611-169B8003FB4E}" srcOrd="0" destOrd="0" presId="urn:microsoft.com/office/officeart/2016/7/layout/BasicLinearProcessNumbered"/>
    <dgm:cxn modelId="{8D726F40-4E5F-4877-98F7-AA47A8BED3FD}" type="presOf" srcId="{095B5E1F-C31D-49E9-A7DA-6BC748EE874E}" destId="{04667DC9-9F23-401C-AE87-97308C3E1700}" srcOrd="1" destOrd="0" presId="urn:microsoft.com/office/officeart/2016/7/layout/BasicLinearProcessNumbered"/>
    <dgm:cxn modelId="{FD43DA66-7E96-43C0-B745-571AE59D9530}" type="presOf" srcId="{E4BAA55B-B7D8-4811-B551-442E77216EBF}" destId="{06030275-4114-4809-BE84-A91789A38C6D}" srcOrd="1" destOrd="0" presId="urn:microsoft.com/office/officeart/2016/7/layout/BasicLinearProcessNumbered"/>
    <dgm:cxn modelId="{9803E549-7BE9-4452-B481-64B71E97A8B8}" srcId="{99D2829B-54C4-44E0-9FC5-54E9F3736D60}" destId="{418E65B6-73FC-4A33-A9D4-5CABDFBBFFB3}" srcOrd="1" destOrd="0" parTransId="{D9FD3820-AE0E-41E3-BFDE-9C430896854E}" sibTransId="{B19CB55F-3D7C-4F23-97B1-055255A03F0C}"/>
    <dgm:cxn modelId="{A371B070-5158-4AAC-950A-7A97AE3CAA84}" type="presOf" srcId="{99D2829B-54C4-44E0-9FC5-54E9F3736D60}" destId="{5053E42E-BAB7-4AE4-AEEE-6F69C70AA614}" srcOrd="1" destOrd="0" presId="urn:microsoft.com/office/officeart/2016/7/layout/BasicLinearProcessNumbered"/>
    <dgm:cxn modelId="{A23D5552-EDF6-40C5-987D-ACE1319C0F9E}" type="presOf" srcId="{99D2829B-54C4-44E0-9FC5-54E9F3736D60}" destId="{37560069-60F0-41A3-9794-FE532B670330}" srcOrd="0" destOrd="0" presId="urn:microsoft.com/office/officeart/2016/7/layout/BasicLinearProcessNumbered"/>
    <dgm:cxn modelId="{3DE2DF7C-3979-47CA-9BFD-5A41D7BEDAA1}" type="presOf" srcId="{418E65B6-73FC-4A33-A9D4-5CABDFBBFFB3}" destId="{5053E42E-BAB7-4AE4-AEEE-6F69C70AA614}" srcOrd="0" destOrd="2" presId="urn:microsoft.com/office/officeart/2016/7/layout/BasicLinearProcessNumbered"/>
    <dgm:cxn modelId="{09FC3D7E-A596-4704-8E56-A5C178535C96}" type="presOf" srcId="{88978236-172F-48A1-80FA-E9336DCC1F8E}" destId="{D5D82383-FA7C-4782-A473-2BCEB8E57A6D}" srcOrd="0" destOrd="0" presId="urn:microsoft.com/office/officeart/2016/7/layout/BasicLinearProcessNumbered"/>
    <dgm:cxn modelId="{E202FBA8-6FB6-4539-8110-F1877DFA8D30}" type="presOf" srcId="{E4BAA55B-B7D8-4811-B551-442E77216EBF}" destId="{0D13B164-E168-47E6-BDB8-2BD46B1AFF93}" srcOrd="0" destOrd="0" presId="urn:microsoft.com/office/officeart/2016/7/layout/BasicLinearProcessNumbered"/>
    <dgm:cxn modelId="{D189BEAF-8CEF-420E-B85A-86BE5E68A6C2}" srcId="{99D2829B-54C4-44E0-9FC5-54E9F3736D60}" destId="{688FF04C-435E-4E1B-8F5A-CC61E2D44045}" srcOrd="0" destOrd="0" parTransId="{6AF798AA-4578-4C94-85F0-2800B7C561EB}" sibTransId="{BAE6CEDB-ACC4-4941-BBB0-50FCE2A31A0F}"/>
    <dgm:cxn modelId="{F83311CB-8746-4A70-86D4-F20E52AC70C5}" srcId="{A546A5CF-3DA5-4D02-89FD-7BDC2A43F5E8}" destId="{E4BAA55B-B7D8-4811-B551-442E77216EBF}" srcOrd="1" destOrd="0" parTransId="{9C9BDA09-19EF-4EDA-BC4A-D89DE15DA2A1}" sibTransId="{A48FC38C-D473-4C7A-ABC7-BA32494CA664}"/>
    <dgm:cxn modelId="{3513B4E1-C7E5-4427-85BA-4F0FEB861DA2}" srcId="{A546A5CF-3DA5-4D02-89FD-7BDC2A43F5E8}" destId="{095B5E1F-C31D-49E9-A7DA-6BC748EE874E}" srcOrd="0" destOrd="0" parTransId="{2251F719-D09E-4ACB-B68D-4735C9BBFB2F}" sibTransId="{88978236-172F-48A1-80FA-E9336DCC1F8E}"/>
    <dgm:cxn modelId="{BA4F93E3-EE9F-4C6A-A348-5EEE88CBD9C0}" type="presOf" srcId="{9853D128-171E-405A-B67A-ED8825F3D377}" destId="{FED49FB5-DA90-49DC-A5FC-3E2A5900D00C}" srcOrd="1" destOrd="0" presId="urn:microsoft.com/office/officeart/2016/7/layout/BasicLinearProcessNumbered"/>
    <dgm:cxn modelId="{59C346E8-E0E2-44E6-A6BF-D40382EE6C2A}" type="presOf" srcId="{A546A5CF-3DA5-4D02-89FD-7BDC2A43F5E8}" destId="{026E9423-998E-4159-92CC-CDB6E216C328}" srcOrd="0" destOrd="0" presId="urn:microsoft.com/office/officeart/2016/7/layout/BasicLinearProcessNumbered"/>
    <dgm:cxn modelId="{A55388EF-5A29-4411-B3FC-3EA56210208E}" type="presOf" srcId="{688FF04C-435E-4E1B-8F5A-CC61E2D44045}" destId="{5053E42E-BAB7-4AE4-AEEE-6F69C70AA614}" srcOrd="0" destOrd="1" presId="urn:microsoft.com/office/officeart/2016/7/layout/BasicLinearProcessNumbered"/>
    <dgm:cxn modelId="{F89CCCFA-FD6A-4881-8A80-B216684AE1EB}" type="presOf" srcId="{9EA4C711-6918-4D73-AEC4-9913139B2C0F}" destId="{621FC65B-6B82-4A4C-B946-4E7AA433630A}" srcOrd="0" destOrd="0" presId="urn:microsoft.com/office/officeart/2016/7/layout/BasicLinearProcessNumbered"/>
    <dgm:cxn modelId="{C36FCBFE-61DA-4E15-A456-A30AAC1CD361}" type="presOf" srcId="{8826181A-07F0-4E34-A605-940A7D387205}" destId="{A3B96A4A-BCFB-41D8-930F-59474919B056}" srcOrd="0" destOrd="0" presId="urn:microsoft.com/office/officeart/2016/7/layout/BasicLinearProcessNumbered"/>
    <dgm:cxn modelId="{9CF74983-26FA-4906-A8B1-12E5A178DD56}" type="presParOf" srcId="{026E9423-998E-4159-92CC-CDB6E216C328}" destId="{7FBBF895-83FD-4C56-B228-227C908C7CF0}" srcOrd="0" destOrd="0" presId="urn:microsoft.com/office/officeart/2016/7/layout/BasicLinearProcessNumbered"/>
    <dgm:cxn modelId="{6EA9120B-F67D-4121-82B6-4472ABAACCC1}" type="presParOf" srcId="{7FBBF895-83FD-4C56-B228-227C908C7CF0}" destId="{2459B828-4E71-45AD-ABBA-61EDED7974E8}" srcOrd="0" destOrd="0" presId="urn:microsoft.com/office/officeart/2016/7/layout/BasicLinearProcessNumbered"/>
    <dgm:cxn modelId="{4DB08B58-D165-4DBB-ADC1-9A6853614FE9}" type="presParOf" srcId="{7FBBF895-83FD-4C56-B228-227C908C7CF0}" destId="{D5D82383-FA7C-4782-A473-2BCEB8E57A6D}" srcOrd="1" destOrd="0" presId="urn:microsoft.com/office/officeart/2016/7/layout/BasicLinearProcessNumbered"/>
    <dgm:cxn modelId="{22953D79-5D39-4511-BDC6-46537342BC4A}" type="presParOf" srcId="{7FBBF895-83FD-4C56-B228-227C908C7CF0}" destId="{7E254AC1-D403-499C-8639-FC6EF0C89D51}" srcOrd="2" destOrd="0" presId="urn:microsoft.com/office/officeart/2016/7/layout/BasicLinearProcessNumbered"/>
    <dgm:cxn modelId="{A0719D26-6735-4AD6-A6CE-9C09299B3E5C}" type="presParOf" srcId="{7FBBF895-83FD-4C56-B228-227C908C7CF0}" destId="{04667DC9-9F23-401C-AE87-97308C3E1700}" srcOrd="3" destOrd="0" presId="urn:microsoft.com/office/officeart/2016/7/layout/BasicLinearProcessNumbered"/>
    <dgm:cxn modelId="{07C2E281-AC9C-4561-8912-94F6F25765FC}" type="presParOf" srcId="{026E9423-998E-4159-92CC-CDB6E216C328}" destId="{91016ED8-BAE7-459E-87F2-50E14AB9E213}" srcOrd="1" destOrd="0" presId="urn:microsoft.com/office/officeart/2016/7/layout/BasicLinearProcessNumbered"/>
    <dgm:cxn modelId="{186D1F4B-0320-4D56-827D-A440EE32513D}" type="presParOf" srcId="{026E9423-998E-4159-92CC-CDB6E216C328}" destId="{FDF8B12D-4322-40CE-8A36-BAA7016EB68B}" srcOrd="2" destOrd="0" presId="urn:microsoft.com/office/officeart/2016/7/layout/BasicLinearProcessNumbered"/>
    <dgm:cxn modelId="{EF7091DD-FA86-4F95-82CF-A3F95DE8D27F}" type="presParOf" srcId="{FDF8B12D-4322-40CE-8A36-BAA7016EB68B}" destId="{0D13B164-E168-47E6-BDB8-2BD46B1AFF93}" srcOrd="0" destOrd="0" presId="urn:microsoft.com/office/officeart/2016/7/layout/BasicLinearProcessNumbered"/>
    <dgm:cxn modelId="{2A61B187-3E34-40FD-B5E8-E0D26DE3B5B2}" type="presParOf" srcId="{FDF8B12D-4322-40CE-8A36-BAA7016EB68B}" destId="{C21ACE51-6498-4AFE-8656-8F0554BA3F54}" srcOrd="1" destOrd="0" presId="urn:microsoft.com/office/officeart/2016/7/layout/BasicLinearProcessNumbered"/>
    <dgm:cxn modelId="{8001F05F-1C52-4AE8-9971-1E632BF02215}" type="presParOf" srcId="{FDF8B12D-4322-40CE-8A36-BAA7016EB68B}" destId="{6DC48E17-9200-4206-969C-1127134FF9FC}" srcOrd="2" destOrd="0" presId="urn:microsoft.com/office/officeart/2016/7/layout/BasicLinearProcessNumbered"/>
    <dgm:cxn modelId="{4027BB1F-4231-4154-9C1B-FE371822BA05}" type="presParOf" srcId="{FDF8B12D-4322-40CE-8A36-BAA7016EB68B}" destId="{06030275-4114-4809-BE84-A91789A38C6D}" srcOrd="3" destOrd="0" presId="urn:microsoft.com/office/officeart/2016/7/layout/BasicLinearProcessNumbered"/>
    <dgm:cxn modelId="{29FFEAA2-1DD4-4459-A54C-3F164F037C18}" type="presParOf" srcId="{026E9423-998E-4159-92CC-CDB6E216C328}" destId="{6793DFE4-BA7D-484E-A29B-03853BF0F8EE}" srcOrd="3" destOrd="0" presId="urn:microsoft.com/office/officeart/2016/7/layout/BasicLinearProcessNumbered"/>
    <dgm:cxn modelId="{8AC511DD-6F09-4D04-A434-41A4DC7F72B3}" type="presParOf" srcId="{026E9423-998E-4159-92CC-CDB6E216C328}" destId="{3D847F5C-5ED7-443B-B30D-4CAF3790C5F2}" srcOrd="4" destOrd="0" presId="urn:microsoft.com/office/officeart/2016/7/layout/BasicLinearProcessNumbered"/>
    <dgm:cxn modelId="{0235C1A2-C282-4245-8EE6-F550AD569A3C}" type="presParOf" srcId="{3D847F5C-5ED7-443B-B30D-4CAF3790C5F2}" destId="{82EB0040-E915-4496-9611-169B8003FB4E}" srcOrd="0" destOrd="0" presId="urn:microsoft.com/office/officeart/2016/7/layout/BasicLinearProcessNumbered"/>
    <dgm:cxn modelId="{C95E7693-7B81-4A43-AB86-90B5662E4F4F}" type="presParOf" srcId="{3D847F5C-5ED7-443B-B30D-4CAF3790C5F2}" destId="{A3B96A4A-BCFB-41D8-930F-59474919B056}" srcOrd="1" destOrd="0" presId="urn:microsoft.com/office/officeart/2016/7/layout/BasicLinearProcessNumbered"/>
    <dgm:cxn modelId="{28070816-9365-4C0F-BD8D-EE3C4B93B747}" type="presParOf" srcId="{3D847F5C-5ED7-443B-B30D-4CAF3790C5F2}" destId="{4AD4696E-BFA9-4B80-9EB7-312D778EF0DB}" srcOrd="2" destOrd="0" presId="urn:microsoft.com/office/officeart/2016/7/layout/BasicLinearProcessNumbered"/>
    <dgm:cxn modelId="{6AC118C7-2DFD-4131-9CCB-FEDB3B750A10}" type="presParOf" srcId="{3D847F5C-5ED7-443B-B30D-4CAF3790C5F2}" destId="{FED49FB5-DA90-49DC-A5FC-3E2A5900D00C}" srcOrd="3" destOrd="0" presId="urn:microsoft.com/office/officeart/2016/7/layout/BasicLinearProcessNumbered"/>
    <dgm:cxn modelId="{0D538248-A0B8-48C1-9C47-C8EB86E8F0FE}" type="presParOf" srcId="{026E9423-998E-4159-92CC-CDB6E216C328}" destId="{3D366F78-2973-426E-999E-116DBDC624C8}" srcOrd="5" destOrd="0" presId="urn:microsoft.com/office/officeart/2016/7/layout/BasicLinearProcessNumbered"/>
    <dgm:cxn modelId="{1F0909A1-18C1-4749-8D90-83D16412FCE2}" type="presParOf" srcId="{026E9423-998E-4159-92CC-CDB6E216C328}" destId="{0EA2E3FD-BCFE-41EC-8A10-22D75E1366C4}" srcOrd="6" destOrd="0" presId="urn:microsoft.com/office/officeart/2016/7/layout/BasicLinearProcessNumbered"/>
    <dgm:cxn modelId="{FEDCBF79-D72E-43A7-98BB-35E5D102AEC8}" type="presParOf" srcId="{0EA2E3FD-BCFE-41EC-8A10-22D75E1366C4}" destId="{37560069-60F0-41A3-9794-FE532B670330}" srcOrd="0" destOrd="0" presId="urn:microsoft.com/office/officeart/2016/7/layout/BasicLinearProcessNumbered"/>
    <dgm:cxn modelId="{F1C8474E-29F4-40AE-932D-C6CFA8179B69}" type="presParOf" srcId="{0EA2E3FD-BCFE-41EC-8A10-22D75E1366C4}" destId="{621FC65B-6B82-4A4C-B946-4E7AA433630A}" srcOrd="1" destOrd="0" presId="urn:microsoft.com/office/officeart/2016/7/layout/BasicLinearProcessNumbered"/>
    <dgm:cxn modelId="{0059B634-67F4-4365-97B0-E9F1B439A74E}" type="presParOf" srcId="{0EA2E3FD-BCFE-41EC-8A10-22D75E1366C4}" destId="{7C68BDDC-C660-44AA-8D58-F3D0E9C5F2E7}" srcOrd="2" destOrd="0" presId="urn:microsoft.com/office/officeart/2016/7/layout/BasicLinearProcessNumbered"/>
    <dgm:cxn modelId="{A8D632B0-5EAF-4F90-8590-6BD90221EA25}" type="presParOf" srcId="{0EA2E3FD-BCFE-41EC-8A10-22D75E1366C4}" destId="{5053E42E-BAB7-4AE4-AEEE-6F69C70AA614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1CDCCD-E69A-44B5-A673-BBE4B54C920F}">
      <dsp:nvSpPr>
        <dsp:cNvPr id="0" name=""/>
        <dsp:cNvSpPr/>
      </dsp:nvSpPr>
      <dsp:spPr>
        <a:xfrm>
          <a:off x="0" y="675"/>
          <a:ext cx="6900512" cy="158136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A966C0-2A77-4F14-97FA-0396F2E8B3F5}">
      <dsp:nvSpPr>
        <dsp:cNvPr id="0" name=""/>
        <dsp:cNvSpPr/>
      </dsp:nvSpPr>
      <dsp:spPr>
        <a:xfrm>
          <a:off x="478363" y="356483"/>
          <a:ext cx="869752" cy="8697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8626D2-562B-48D9-87C3-DAD1076A9EEF}">
      <dsp:nvSpPr>
        <dsp:cNvPr id="0" name=""/>
        <dsp:cNvSpPr/>
      </dsp:nvSpPr>
      <dsp:spPr>
        <a:xfrm>
          <a:off x="1826480" y="675"/>
          <a:ext cx="5074031" cy="1581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361" tIns="167361" rIns="167361" bIns="167361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DevOps stands for a shared ownership of services across a development team and the operations team. They are all accountable for reliability in production.</a:t>
          </a:r>
        </a:p>
      </dsp:txBody>
      <dsp:txXfrm>
        <a:off x="1826480" y="675"/>
        <a:ext cx="5074031" cy="1581368"/>
      </dsp:txXfrm>
    </dsp:sp>
    <dsp:sp modelId="{03160268-4815-45C5-AE36-011E2BF46F48}">
      <dsp:nvSpPr>
        <dsp:cNvPr id="0" name=""/>
        <dsp:cNvSpPr/>
      </dsp:nvSpPr>
      <dsp:spPr>
        <a:xfrm>
          <a:off x="0" y="1977386"/>
          <a:ext cx="6900512" cy="158136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5B9B6B-1508-4205-9116-2C318796EB88}">
      <dsp:nvSpPr>
        <dsp:cNvPr id="0" name=""/>
        <dsp:cNvSpPr/>
      </dsp:nvSpPr>
      <dsp:spPr>
        <a:xfrm>
          <a:off x="478363" y="2333194"/>
          <a:ext cx="869752" cy="8697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382FA5-0829-48B2-9463-5A82271287B4}">
      <dsp:nvSpPr>
        <dsp:cNvPr id="0" name=""/>
        <dsp:cNvSpPr/>
      </dsp:nvSpPr>
      <dsp:spPr>
        <a:xfrm>
          <a:off x="1826480" y="1977386"/>
          <a:ext cx="5074031" cy="1581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361" tIns="167361" rIns="167361" bIns="167361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Pager/on-call rotations give 24/7 coverage for critical services and support fast incident responses.</a:t>
          </a:r>
        </a:p>
      </dsp:txBody>
      <dsp:txXfrm>
        <a:off x="1826480" y="1977386"/>
        <a:ext cx="5074031" cy="1581368"/>
      </dsp:txXfrm>
    </dsp:sp>
    <dsp:sp modelId="{734C31AE-515C-4D69-BAA9-8399F70C8822}">
      <dsp:nvSpPr>
        <dsp:cNvPr id="0" name=""/>
        <dsp:cNvSpPr/>
      </dsp:nvSpPr>
      <dsp:spPr>
        <a:xfrm>
          <a:off x="0" y="3954096"/>
          <a:ext cx="6900512" cy="158136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C07B40-A6E3-4D1F-8E8D-B62571B670C7}">
      <dsp:nvSpPr>
        <dsp:cNvPr id="0" name=""/>
        <dsp:cNvSpPr/>
      </dsp:nvSpPr>
      <dsp:spPr>
        <a:xfrm>
          <a:off x="478363" y="4309904"/>
          <a:ext cx="869752" cy="8697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9F384A-9695-4542-B551-B02698044DFC}">
      <dsp:nvSpPr>
        <dsp:cNvPr id="0" name=""/>
        <dsp:cNvSpPr/>
      </dsp:nvSpPr>
      <dsp:spPr>
        <a:xfrm>
          <a:off x="1826480" y="3954096"/>
          <a:ext cx="3105230" cy="1581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361" tIns="167361" rIns="167361" bIns="167361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On-call practices are essential for:</a:t>
          </a:r>
        </a:p>
      </dsp:txBody>
      <dsp:txXfrm>
        <a:off x="1826480" y="3954096"/>
        <a:ext cx="3105230" cy="1581368"/>
      </dsp:txXfrm>
    </dsp:sp>
    <dsp:sp modelId="{EE51CC93-6A07-4930-ABA0-9C779B153E5A}">
      <dsp:nvSpPr>
        <dsp:cNvPr id="0" name=""/>
        <dsp:cNvSpPr/>
      </dsp:nvSpPr>
      <dsp:spPr>
        <a:xfrm>
          <a:off x="4931710" y="3954096"/>
          <a:ext cx="1968801" cy="1581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361" tIns="167361" rIns="167361" bIns="167361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Meeting lead times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Reducing downtime and customer impact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Avoid burnout and turnover for engineers</a:t>
          </a:r>
        </a:p>
      </dsp:txBody>
      <dsp:txXfrm>
        <a:off x="4931710" y="3954096"/>
        <a:ext cx="1968801" cy="15813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59D185-7CA4-4A24-9280-E8AC019CD791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137D66-D39B-48D9-B766-08792182AB1B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60CC7E-EF13-4DC2-B4B9-BA799C9E45C1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Predictable schedules (more than 3 weeks advance).</a:t>
          </a:r>
        </a:p>
      </dsp:txBody>
      <dsp:txXfrm>
        <a:off x="1339618" y="2288"/>
        <a:ext cx="5024605" cy="1159843"/>
      </dsp:txXfrm>
    </dsp:sp>
    <dsp:sp modelId="{19024524-EDD5-4188-9BD1-6BE7315593D0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315018-2AB7-4BDA-81D7-B5F40BCCDB12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5560B8-A1BC-4C00-8F5C-BFED30F45505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Team leads or management are part of the rotation to stay close to detailed issues.</a:t>
          </a:r>
        </a:p>
      </dsp:txBody>
      <dsp:txXfrm>
        <a:off x="1339618" y="1452092"/>
        <a:ext cx="5024605" cy="1159843"/>
      </dsp:txXfrm>
    </dsp:sp>
    <dsp:sp modelId="{3C6A8682-1AAB-4DDA-8198-87CB874E9E87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A88EB9-DEC9-492C-8F84-C35A33CED79C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796A3B-C9C3-4329-9346-EAE90968D142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Always have a primary and backup responder on each shift.</a:t>
          </a:r>
        </a:p>
      </dsp:txBody>
      <dsp:txXfrm>
        <a:off x="1339618" y="2901896"/>
        <a:ext cx="5024605" cy="1159843"/>
      </dsp:txXfrm>
    </dsp:sp>
    <dsp:sp modelId="{1EB0E206-B2FA-4349-AF04-10051915E1C9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800A5E-CB82-4DE9-96EF-39F8ED38B23D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29B547-50C6-40D9-996F-C63E014EA6EC}">
      <dsp:nvSpPr>
        <dsp:cNvPr id="0" name=""/>
        <dsp:cNvSpPr/>
      </dsp:nvSpPr>
      <dsp:spPr>
        <a:xfrm>
          <a:off x="1339618" y="4351700"/>
          <a:ext cx="2863900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Having common patterns</a:t>
          </a:r>
        </a:p>
      </dsp:txBody>
      <dsp:txXfrm>
        <a:off x="1339618" y="4351700"/>
        <a:ext cx="2863900" cy="1159843"/>
      </dsp:txXfrm>
    </dsp:sp>
    <dsp:sp modelId="{E7D4C01B-66B7-4DE4-8DBA-C578A52178E5}">
      <dsp:nvSpPr>
        <dsp:cNvPr id="0" name=""/>
        <dsp:cNvSpPr/>
      </dsp:nvSpPr>
      <dsp:spPr>
        <a:xfrm>
          <a:off x="4203519" y="4351700"/>
          <a:ext cx="2160704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Weekly or multi-day rotations; 24/7 coverage spread across the team.</a:t>
          </a:r>
        </a:p>
      </dsp:txBody>
      <dsp:txXfrm>
        <a:off x="4203519" y="4351700"/>
        <a:ext cx="2160704" cy="11598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1381BD-C7CA-4749-A0ED-776870868075}">
      <dsp:nvSpPr>
        <dsp:cNvPr id="0" name=""/>
        <dsp:cNvSpPr/>
      </dsp:nvSpPr>
      <dsp:spPr>
        <a:xfrm>
          <a:off x="1963800" y="302992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FE45EC-4591-4BFD-A4AF-111E720BF2C7}">
      <dsp:nvSpPr>
        <dsp:cNvPr id="0" name=""/>
        <dsp:cNvSpPr/>
      </dsp:nvSpPr>
      <dsp:spPr>
        <a:xfrm>
          <a:off x="559800" y="197604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New engineers should not go into primary on-call.</a:t>
          </a:r>
        </a:p>
      </dsp:txBody>
      <dsp:txXfrm>
        <a:off x="559800" y="1976042"/>
        <a:ext cx="4320000" cy="648000"/>
      </dsp:txXfrm>
    </dsp:sp>
    <dsp:sp modelId="{8C2F7A36-F356-4CB0-9356-DA7C2B970879}">
      <dsp:nvSpPr>
        <dsp:cNvPr id="0" name=""/>
        <dsp:cNvSpPr/>
      </dsp:nvSpPr>
      <dsp:spPr>
        <a:xfrm>
          <a:off x="559800" y="2698949"/>
          <a:ext cx="4320000" cy="1349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1938D6-E748-435B-A697-67304E735B0B}">
      <dsp:nvSpPr>
        <dsp:cNvPr id="0" name=""/>
        <dsp:cNvSpPr/>
      </dsp:nvSpPr>
      <dsp:spPr>
        <a:xfrm>
          <a:off x="7039800" y="302992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5336B0-2536-461B-B3EA-F38A05B097F2}">
      <dsp:nvSpPr>
        <dsp:cNvPr id="0" name=""/>
        <dsp:cNvSpPr/>
      </dsp:nvSpPr>
      <dsp:spPr>
        <a:xfrm>
          <a:off x="5635800" y="197604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Best practices:</a:t>
          </a:r>
        </a:p>
      </dsp:txBody>
      <dsp:txXfrm>
        <a:off x="5635800" y="1976042"/>
        <a:ext cx="4320000" cy="648000"/>
      </dsp:txXfrm>
    </dsp:sp>
    <dsp:sp modelId="{C18936FC-CD5B-46A4-8986-64DAB536A2C5}">
      <dsp:nvSpPr>
        <dsp:cNvPr id="0" name=""/>
        <dsp:cNvSpPr/>
      </dsp:nvSpPr>
      <dsp:spPr>
        <a:xfrm>
          <a:off x="5635800" y="2698949"/>
          <a:ext cx="4320000" cy="1349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Shadow rotations: new team members receive alerts and follow an experienced on-call engineer.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Structure training to go over dependencies, and incident response process/tools.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Stabilize the issues</a:t>
          </a:r>
        </a:p>
      </dsp:txBody>
      <dsp:txXfrm>
        <a:off x="5635800" y="2698949"/>
        <a:ext cx="4320000" cy="134939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59B828-4E71-45AD-ABBA-61EDED7974E8}">
      <dsp:nvSpPr>
        <dsp:cNvPr id="0" name=""/>
        <dsp:cNvSpPr/>
      </dsp:nvSpPr>
      <dsp:spPr>
        <a:xfrm>
          <a:off x="3080" y="464830"/>
          <a:ext cx="2444055" cy="342167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Limit operational load</a:t>
          </a:r>
        </a:p>
      </dsp:txBody>
      <dsp:txXfrm>
        <a:off x="3080" y="1765067"/>
        <a:ext cx="2444055" cy="2053006"/>
      </dsp:txXfrm>
    </dsp:sp>
    <dsp:sp modelId="{D5D82383-FA7C-4782-A473-2BCEB8E57A6D}">
      <dsp:nvSpPr>
        <dsp:cNvPr id="0" name=""/>
        <dsp:cNvSpPr/>
      </dsp:nvSpPr>
      <dsp:spPr>
        <a:xfrm>
          <a:off x="711856" y="806997"/>
          <a:ext cx="1026503" cy="102650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62184" y="957325"/>
        <a:ext cx="725847" cy="725847"/>
      </dsp:txXfrm>
    </dsp:sp>
    <dsp:sp modelId="{7E254AC1-D403-499C-8639-FC6EF0C89D51}">
      <dsp:nvSpPr>
        <dsp:cNvPr id="0" name=""/>
        <dsp:cNvSpPr/>
      </dsp:nvSpPr>
      <dsp:spPr>
        <a:xfrm>
          <a:off x="3080" y="3886435"/>
          <a:ext cx="2444055" cy="72"/>
        </a:xfrm>
        <a:prstGeom prst="rect">
          <a:avLst/>
        </a:prstGeom>
        <a:solidFill>
          <a:schemeClr val="accent2">
            <a:hueOff val="920516"/>
            <a:satOff val="-2642"/>
            <a:lumOff val="-4230"/>
            <a:alphaOff val="0"/>
          </a:schemeClr>
        </a:solidFill>
        <a:ln w="19050" cap="flat" cmpd="sng" algn="ctr">
          <a:solidFill>
            <a:schemeClr val="accent2">
              <a:hueOff val="920516"/>
              <a:satOff val="-2642"/>
              <a:lumOff val="-42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D13B164-E168-47E6-BDB8-2BD46B1AFF93}">
      <dsp:nvSpPr>
        <dsp:cNvPr id="0" name=""/>
        <dsp:cNvSpPr/>
      </dsp:nvSpPr>
      <dsp:spPr>
        <a:xfrm>
          <a:off x="2691541" y="464830"/>
          <a:ext cx="2444055" cy="3421677"/>
        </a:xfrm>
        <a:prstGeom prst="rect">
          <a:avLst/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Provide time off or pay for after-hour work.</a:t>
          </a:r>
        </a:p>
      </dsp:txBody>
      <dsp:txXfrm>
        <a:off x="2691541" y="1765067"/>
        <a:ext cx="2444055" cy="2053006"/>
      </dsp:txXfrm>
    </dsp:sp>
    <dsp:sp modelId="{C21ACE51-6498-4AFE-8656-8F0554BA3F54}">
      <dsp:nvSpPr>
        <dsp:cNvPr id="0" name=""/>
        <dsp:cNvSpPr/>
      </dsp:nvSpPr>
      <dsp:spPr>
        <a:xfrm>
          <a:off x="3400317" y="806997"/>
          <a:ext cx="1026503" cy="1026503"/>
        </a:xfrm>
        <a:prstGeom prst="ellipse">
          <a:avLst/>
        </a:prstGeom>
        <a:solidFill>
          <a:schemeClr val="accent2">
            <a:hueOff val="1841033"/>
            <a:satOff val="-5284"/>
            <a:lumOff val="-8460"/>
            <a:alphaOff val="0"/>
          </a:schemeClr>
        </a:solidFill>
        <a:ln w="19050" cap="flat" cmpd="sng" algn="ctr">
          <a:solidFill>
            <a:schemeClr val="accent2">
              <a:hueOff val="1841033"/>
              <a:satOff val="-5284"/>
              <a:lumOff val="-84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550645" y="957325"/>
        <a:ext cx="725847" cy="725847"/>
      </dsp:txXfrm>
    </dsp:sp>
    <dsp:sp modelId="{6DC48E17-9200-4206-969C-1127134FF9FC}">
      <dsp:nvSpPr>
        <dsp:cNvPr id="0" name=""/>
        <dsp:cNvSpPr/>
      </dsp:nvSpPr>
      <dsp:spPr>
        <a:xfrm>
          <a:off x="2691541" y="3886435"/>
          <a:ext cx="2444055" cy="72"/>
        </a:xfrm>
        <a:prstGeom prst="rect">
          <a:avLst/>
        </a:prstGeom>
        <a:solidFill>
          <a:schemeClr val="accent2">
            <a:hueOff val="2761549"/>
            <a:satOff val="-7926"/>
            <a:lumOff val="-12690"/>
            <a:alphaOff val="0"/>
          </a:schemeClr>
        </a:solidFill>
        <a:ln w="19050" cap="flat" cmpd="sng" algn="ctr">
          <a:solidFill>
            <a:schemeClr val="accent2">
              <a:hueOff val="2761549"/>
              <a:satOff val="-7926"/>
              <a:lumOff val="-126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2EB0040-E915-4496-9611-169B8003FB4E}">
      <dsp:nvSpPr>
        <dsp:cNvPr id="0" name=""/>
        <dsp:cNvSpPr/>
      </dsp:nvSpPr>
      <dsp:spPr>
        <a:xfrm>
          <a:off x="5380002" y="464830"/>
          <a:ext cx="2444055" cy="3421677"/>
        </a:xfrm>
        <a:prstGeom prst="rect">
          <a:avLst/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Encourage feedback about rotations and make improvements visible.</a:t>
          </a:r>
        </a:p>
      </dsp:txBody>
      <dsp:txXfrm>
        <a:off x="5380002" y="1765067"/>
        <a:ext cx="2444055" cy="2053006"/>
      </dsp:txXfrm>
    </dsp:sp>
    <dsp:sp modelId="{A3B96A4A-BCFB-41D8-930F-59474919B056}">
      <dsp:nvSpPr>
        <dsp:cNvPr id="0" name=""/>
        <dsp:cNvSpPr/>
      </dsp:nvSpPr>
      <dsp:spPr>
        <a:xfrm>
          <a:off x="6088778" y="806997"/>
          <a:ext cx="1026503" cy="1026503"/>
        </a:xfrm>
        <a:prstGeom prst="ellipse">
          <a:avLst/>
        </a:prstGeom>
        <a:solidFill>
          <a:schemeClr val="accent2">
            <a:hueOff val="3682065"/>
            <a:satOff val="-10567"/>
            <a:lumOff val="-16919"/>
            <a:alphaOff val="0"/>
          </a:schemeClr>
        </a:solidFill>
        <a:ln w="19050" cap="flat" cmpd="sng" algn="ctr">
          <a:solidFill>
            <a:schemeClr val="accent2">
              <a:hueOff val="3682065"/>
              <a:satOff val="-10567"/>
              <a:lumOff val="-169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239106" y="957325"/>
        <a:ext cx="725847" cy="725847"/>
      </dsp:txXfrm>
    </dsp:sp>
    <dsp:sp modelId="{4AD4696E-BFA9-4B80-9EB7-312D778EF0DB}">
      <dsp:nvSpPr>
        <dsp:cNvPr id="0" name=""/>
        <dsp:cNvSpPr/>
      </dsp:nvSpPr>
      <dsp:spPr>
        <a:xfrm>
          <a:off x="5380002" y="3886435"/>
          <a:ext cx="2444055" cy="72"/>
        </a:xfrm>
        <a:prstGeom prst="rect">
          <a:avLst/>
        </a:prstGeom>
        <a:solidFill>
          <a:schemeClr val="accent2">
            <a:hueOff val="4602581"/>
            <a:satOff val="-13209"/>
            <a:lumOff val="-21149"/>
            <a:alphaOff val="0"/>
          </a:schemeClr>
        </a:solidFill>
        <a:ln w="19050" cap="flat" cmpd="sng" algn="ctr">
          <a:solidFill>
            <a:schemeClr val="accent2">
              <a:hueOff val="4602581"/>
              <a:satOff val="-13209"/>
              <a:lumOff val="-211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7560069-60F0-41A3-9794-FE532B670330}">
      <dsp:nvSpPr>
        <dsp:cNvPr id="0" name=""/>
        <dsp:cNvSpPr/>
      </dsp:nvSpPr>
      <dsp:spPr>
        <a:xfrm>
          <a:off x="8068463" y="464830"/>
          <a:ext cx="2444055" cy="3421677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Rotate often and staff the team appropriately: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No one is on-call frequently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Fully disconnect when they are not on duty  </a:t>
          </a:r>
        </a:p>
      </dsp:txBody>
      <dsp:txXfrm>
        <a:off x="8068463" y="1765067"/>
        <a:ext cx="2444055" cy="2053006"/>
      </dsp:txXfrm>
    </dsp:sp>
    <dsp:sp modelId="{621FC65B-6B82-4A4C-B946-4E7AA433630A}">
      <dsp:nvSpPr>
        <dsp:cNvPr id="0" name=""/>
        <dsp:cNvSpPr/>
      </dsp:nvSpPr>
      <dsp:spPr>
        <a:xfrm>
          <a:off x="8777239" y="806997"/>
          <a:ext cx="1026503" cy="1026503"/>
        </a:xfrm>
        <a:prstGeom prst="ellipse">
          <a:avLst/>
        </a:prstGeom>
        <a:solidFill>
          <a:schemeClr val="accent2">
            <a:hueOff val="5523098"/>
            <a:satOff val="-15851"/>
            <a:lumOff val="-25379"/>
            <a:alphaOff val="0"/>
          </a:schemeClr>
        </a:solidFill>
        <a:ln w="19050" cap="flat" cmpd="sng" algn="ctr">
          <a:solidFill>
            <a:schemeClr val="accent2">
              <a:hueOff val="5523098"/>
              <a:satOff val="-15851"/>
              <a:lumOff val="-253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8927567" y="957325"/>
        <a:ext cx="725847" cy="725847"/>
      </dsp:txXfrm>
    </dsp:sp>
    <dsp:sp modelId="{7C68BDDC-C660-44AA-8D58-F3D0E9C5F2E7}">
      <dsp:nvSpPr>
        <dsp:cNvPr id="0" name=""/>
        <dsp:cNvSpPr/>
      </dsp:nvSpPr>
      <dsp:spPr>
        <a:xfrm>
          <a:off x="8068463" y="3886435"/>
          <a:ext cx="2444055" cy="72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8D3AA-49D8-137B-A18B-41527001E7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42665C-9D25-BA60-F0CC-8CF763280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19F16-535C-0EFF-E580-57D9EFD07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0DDC9-DC91-4AE4-9A97-819D82E0DD8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4DA0F-BCCB-6520-F77A-02979A476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82232-9BD6-6CFF-6DEE-037C52E8C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440D3-5978-49A7-93F2-5560CBD3B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152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31D8C-5C7B-4663-2471-1BB69DF36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90FAE-EE2B-E4B8-EC37-D707D8583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EB019-2075-251F-5810-92A24E81E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0DDC9-DC91-4AE4-9A97-819D82E0DD8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C2655-0C31-C76E-9E26-41BDDB663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6884F-B403-6B22-A1F2-E1AF0C305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440D3-5978-49A7-93F2-5560CBD3B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56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A4E72-E4ED-DC40-DE2E-961E095A1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C16EEE-5170-4BA6-A0D3-24F3A5E71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8D4C2-F6FD-3886-5E92-AD360E450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0DDC9-DC91-4AE4-9A97-819D82E0DD8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0C37C-24ED-EB7C-B7B0-724249478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00AFE-9C26-1A0F-A32F-D20ECEF2C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440D3-5978-49A7-93F2-5560CBD3B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283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B25E4-58ED-A69F-5449-9439576F9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545F3-0AA1-4D66-AE3F-5371D4415C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37636B-2010-97F7-CD4C-5617480BF0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303F8E-6FDD-BE44-2A61-2D915E73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0DDC9-DC91-4AE4-9A97-819D82E0DD8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F03C0-41A4-8D22-F5D6-C1944C2BE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FDD5FB-3268-6591-AEF2-891F7F44A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440D3-5978-49A7-93F2-5560CBD3B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268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4474C-D5F9-9AF2-E5FA-90730AAF0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787500-2C70-8328-1F96-028600591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85F60F-F939-0E79-3373-3375886201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AFCF3B-2E92-59E0-07C2-B45C7BE699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71EAC3-42D1-67CC-9956-4B6D165235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BE3A80-FE6C-62B9-5592-8E4ADB133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0DDC9-DC91-4AE4-9A97-819D82E0DD8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500E43-A7C3-E72A-3EFB-68E27B2E6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6AA206-F7C0-2CAA-C1FF-EC7258A28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440D3-5978-49A7-93F2-5560CBD3B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984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7C9B0-4BB1-AD4B-3508-4BCB55414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5CD5C7-0DBA-3862-72F7-BA73A94EC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0DDC9-DC91-4AE4-9A97-819D82E0DD8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357B-590C-19DD-BFFE-DC23D1477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BF394-9E7A-9627-43A2-90D8C7451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440D3-5978-49A7-93F2-5560CBD3B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756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92DD24-4988-D435-7D8F-51E0E4EC8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0DDC9-DC91-4AE4-9A97-819D82E0DD8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49978E-413B-63D1-EE53-E83CC4A88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484E5-0D8E-B18C-5132-5645BF8F0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440D3-5978-49A7-93F2-5560CBD3B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296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380FF-F437-31E8-2847-3EA69678D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4EF4C-B04A-D779-9B3C-F401862AD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53C581-5A09-1C96-C7F8-B210B7A5F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24447C-DDBD-335F-8168-241A58592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0DDC9-DC91-4AE4-9A97-819D82E0DD8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4933E3-433B-5F10-2873-54A3AE4B6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70CA26-0F25-C1A0-C383-80A997087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440D3-5978-49A7-93F2-5560CBD3B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007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10821-B527-43E6-FC76-259B06793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1E6E6A-3A85-CD3E-0954-6F37E6A50A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C8DA5D-E849-7B00-6BC0-5075A05AF0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2B5B5D-0C1C-C72B-1F07-7F6EF3F8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0DDC9-DC91-4AE4-9A97-819D82E0DD8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563CC6-2A86-3AE0-B142-B137CE1BB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54A78C-B325-5D9A-A3F0-62D3A74E1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440D3-5978-49A7-93F2-5560CBD3B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564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3593C-8C9C-B27B-438D-F9BD2D4D6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C035E5-FB8F-3C9A-A636-54C0D964C6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E7DD9-2CC9-AB57-E86B-FEF95CBA7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0DDC9-DC91-4AE4-9A97-819D82E0DD8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74B07-4113-1700-0EAD-DC32C24AA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1D900-6332-28D5-0241-C2F00ABC0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440D3-5978-49A7-93F2-5560CBD3B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938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5ECF97-87F6-F12C-DC08-494EE6AF96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CC9ADD-13C6-595D-D7BA-5F97A821C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54420-30E2-549B-0168-2F85FCD8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0DDC9-DC91-4AE4-9A97-819D82E0DD8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B605D-903E-17DB-B3AD-4B39F0775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B1ECF-EAB1-3D34-5C96-59567BB35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440D3-5978-49A7-93F2-5560CBD3B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846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5A69FB-FBE5-1223-7AD0-D2A8F2B7B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B5A78A-D79B-8FAA-0872-4164F3789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9C531-6473-29A1-7B1B-8C5338547D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B0DDC9-DC91-4AE4-9A97-819D82E0DD8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1A70B-1E50-76B2-9E2E-6127565998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45955-D1EB-5A49-86F7-BF8B500A86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4440D3-5978-49A7-93F2-5560CBD3B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719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A5FB2EA-AD5D-1DB9-9B98-FA6F0544F7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Pager Rotation Duties in DevOps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1F205F-1D86-5CB9-6135-C23D939F32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Kristopher Kuenning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11/30/2025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Module 7.2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CSD380</a:t>
            </a:r>
          </a:p>
        </p:txBody>
      </p:sp>
    </p:spTree>
    <p:extLst>
      <p:ext uri="{BB962C8B-B14F-4D97-AF65-F5344CB8AC3E}">
        <p14:creationId xmlns:p14="http://schemas.microsoft.com/office/powerpoint/2010/main" val="2035780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02DB48-D55B-A2E8-7E9E-64B4850CB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DevOps and On-Call: Purpose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C3ED03DC-8EFF-D816-A730-3559958949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8346017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72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F75AD06-DFC4-4B3A-8490-330823D0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587C93-0840-40DF-96D5-D1F2137E6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542EB4-E4A9-E842-BEE4-84AB3C5E6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401859"/>
            <a:ext cx="4130185" cy="4054282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What is a Pager Rotation?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02D55A-F529-4B19-BAF9-F63240A7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3839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0367E3C-3947-493D-9458-5955DB20AE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E8D9785-21DB-4CE6-B138-2999AD6161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3AA5AD5-8F29-4165-8112-305DDDDDD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4EC0CF-F38F-4D7F-B48D-9A26E814D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C5C13-3DB2-E583-1597-1F3F140B8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800" y="1553134"/>
            <a:ext cx="6128539" cy="3751732"/>
          </a:xfrm>
        </p:spPr>
        <p:txBody>
          <a:bodyPr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A schedule that assigns specific people to respond to production alerts during defined time windows.</a:t>
            </a:r>
          </a:p>
          <a:p>
            <a:r>
              <a:rPr lang="en-US" sz="1800">
                <a:solidFill>
                  <a:schemeClr val="tx2"/>
                </a:solidFill>
              </a:rPr>
              <a:t>Duties of a Pager include: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Responding quickly to alerts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Investigating and mitigating incidents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Coordinating with others for complex issues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Documenting findings and follow-up work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7A3A52F-BCB3-444D-9372-EE018B135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8535970" y="4114799"/>
            <a:ext cx="3655725" cy="2743201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1E32C13-DED6-4967-85B8-68DD77103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8DDA515-BC6A-47FB-951E-E1E7928750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97EEFA7-6787-4EC0-8284-6D3D273061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A9621AC-50AB-4B43-896D-78FE571A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71757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7B2598-729B-612F-D550-D1D833B67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Fair and Sustainable Rotations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988F39E-B655-A025-F3FA-1D4D8BA5A5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0515641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74017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89C5E17-24D0-4696-A3C5-A2261FB45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29B58F-2358-44CC-ACE5-EF1BD3C6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8C2B16-4FCF-6499-678E-2FEF92620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Alerting what really matters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9DA5303-A1AF-4830-806C-51FCD9618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97348" y="5285"/>
            <a:ext cx="7294653" cy="6858000"/>
            <a:chOff x="4897348" y="-5799"/>
            <a:chExt cx="7294653" cy="6858000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FAAA8C8-4EB7-45F1-BF24-3EF0F4DC4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97348" y="-5798"/>
              <a:ext cx="7294652" cy="6857999"/>
            </a:xfrm>
            <a:custGeom>
              <a:avLst/>
              <a:gdLst>
                <a:gd name="connsiteX0" fmla="*/ 7294652 w 7294652"/>
                <a:gd name="connsiteY0" fmla="*/ 6063030 h 6857999"/>
                <a:gd name="connsiteX1" fmla="*/ 7294652 w 7294652"/>
                <a:gd name="connsiteY1" fmla="*/ 6857999 h 6857999"/>
                <a:gd name="connsiteX2" fmla="*/ 6248575 w 7294652"/>
                <a:gd name="connsiteY2" fmla="*/ 6857999 h 6857999"/>
                <a:gd name="connsiteX3" fmla="*/ 6477898 w 7294652"/>
                <a:gd name="connsiteY3" fmla="*/ 6700973 h 6857999"/>
                <a:gd name="connsiteX4" fmla="*/ 6647884 w 7294652"/>
                <a:gd name="connsiteY4" fmla="*/ 6572752 h 6857999"/>
                <a:gd name="connsiteX5" fmla="*/ 6817698 w 7294652"/>
                <a:gd name="connsiteY5" fmla="*/ 6440235 h 6857999"/>
                <a:gd name="connsiteX6" fmla="*/ 7161451 w 7294652"/>
                <a:gd name="connsiteY6" fmla="*/ 6165232 h 6857999"/>
                <a:gd name="connsiteX7" fmla="*/ 1673436 w 7294652"/>
                <a:gd name="connsiteY7" fmla="*/ 0 h 6857999"/>
                <a:gd name="connsiteX8" fmla="*/ 2394951 w 7294652"/>
                <a:gd name="connsiteY8" fmla="*/ 0 h 6857999"/>
                <a:gd name="connsiteX9" fmla="*/ 2244659 w 7294652"/>
                <a:gd name="connsiteY9" fmla="*/ 100763 h 6857999"/>
                <a:gd name="connsiteX10" fmla="*/ 1743903 w 7294652"/>
                <a:gd name="connsiteY10" fmla="*/ 498975 h 6857999"/>
                <a:gd name="connsiteX11" fmla="*/ 1163821 w 7294652"/>
                <a:gd name="connsiteY11" fmla="*/ 1121514 h 6857999"/>
                <a:gd name="connsiteX12" fmla="*/ 704911 w 7294652"/>
                <a:gd name="connsiteY12" fmla="*/ 1837036 h 6857999"/>
                <a:gd name="connsiteX13" fmla="*/ 393472 w 7294652"/>
                <a:gd name="connsiteY13" fmla="*/ 2627669 h 6857999"/>
                <a:gd name="connsiteX14" fmla="*/ 280032 w 7294652"/>
                <a:gd name="connsiteY14" fmla="*/ 3472097 h 6857999"/>
                <a:gd name="connsiteX15" fmla="*/ 327813 w 7294652"/>
                <a:gd name="connsiteY15" fmla="*/ 3884602 h 6857999"/>
                <a:gd name="connsiteX16" fmla="*/ 469096 w 7294652"/>
                <a:gd name="connsiteY16" fmla="*/ 4270809 h 6857999"/>
                <a:gd name="connsiteX17" fmla="*/ 567581 w 7294652"/>
                <a:gd name="connsiteY17" fmla="*/ 4452482 h 6857999"/>
                <a:gd name="connsiteX18" fmla="*/ 680677 w 7294652"/>
                <a:gd name="connsiteY18" fmla="*/ 4628484 h 6857999"/>
                <a:gd name="connsiteX19" fmla="*/ 941928 w 7294652"/>
                <a:gd name="connsiteY19" fmla="*/ 4968628 h 6857999"/>
                <a:gd name="connsiteX20" fmla="*/ 1224665 w 7294652"/>
                <a:gd name="connsiteY20" fmla="*/ 5311349 h 6857999"/>
                <a:gd name="connsiteX21" fmla="*/ 1365259 w 7294652"/>
                <a:gd name="connsiteY21" fmla="*/ 5490273 h 6857999"/>
                <a:gd name="connsiteX22" fmla="*/ 1432808 w 7294652"/>
                <a:gd name="connsiteY22" fmla="*/ 5577931 h 6857999"/>
                <a:gd name="connsiteX23" fmla="*/ 1498980 w 7294652"/>
                <a:gd name="connsiteY23" fmla="*/ 5662148 h 6857999"/>
                <a:gd name="connsiteX24" fmla="*/ 2067548 w 7294652"/>
                <a:gd name="connsiteY24" fmla="*/ 6283312 h 6857999"/>
                <a:gd name="connsiteX25" fmla="*/ 2369879 w 7294652"/>
                <a:gd name="connsiteY25" fmla="*/ 6562782 h 6857999"/>
                <a:gd name="connsiteX26" fmla="*/ 2686645 w 7294652"/>
                <a:gd name="connsiteY26" fmla="*/ 6820598 h 6857999"/>
                <a:gd name="connsiteX27" fmla="*/ 2738907 w 7294652"/>
                <a:gd name="connsiteY27" fmla="*/ 6857999 h 6857999"/>
                <a:gd name="connsiteX28" fmla="*/ 1731787 w 7294652"/>
                <a:gd name="connsiteY28" fmla="*/ 6857999 h 6857999"/>
                <a:gd name="connsiteX29" fmla="*/ 1607949 w 7294652"/>
                <a:gd name="connsiteY29" fmla="*/ 6732770 h 6857999"/>
                <a:gd name="connsiteX30" fmla="*/ 1309057 w 7294652"/>
                <a:gd name="connsiteY30" fmla="*/ 6370109 h 6857999"/>
                <a:gd name="connsiteX31" fmla="*/ 1048147 w 7294652"/>
                <a:gd name="connsiteY31" fmla="*/ 5986138 h 6857999"/>
                <a:gd name="connsiteX32" fmla="*/ 987131 w 7294652"/>
                <a:gd name="connsiteY32" fmla="*/ 5888512 h 6857999"/>
                <a:gd name="connsiteX33" fmla="*/ 928866 w 7294652"/>
                <a:gd name="connsiteY33" fmla="*/ 5793463 h 6857999"/>
                <a:gd name="connsiteX34" fmla="*/ 813708 w 7294652"/>
                <a:gd name="connsiteY34" fmla="*/ 5609556 h 6857999"/>
                <a:gd name="connsiteX35" fmla="*/ 574972 w 7294652"/>
                <a:gd name="connsiteY35" fmla="*/ 5231598 h 6857999"/>
                <a:gd name="connsiteX36" fmla="*/ 342424 w 7294652"/>
                <a:gd name="connsiteY36" fmla="*/ 4834048 h 6857999"/>
                <a:gd name="connsiteX37" fmla="*/ 237579 w 7294652"/>
                <a:gd name="connsiteY37" fmla="*/ 4623500 h 6857999"/>
                <a:gd name="connsiteX38" fmla="*/ 148373 w 7294652"/>
                <a:gd name="connsiteY38" fmla="*/ 4404356 h 6857999"/>
                <a:gd name="connsiteX39" fmla="*/ 79623 w 7294652"/>
                <a:gd name="connsiteY39" fmla="*/ 4175762 h 6857999"/>
                <a:gd name="connsiteX40" fmla="*/ 54185 w 7294652"/>
                <a:gd name="connsiteY40" fmla="*/ 4059229 h 6857999"/>
                <a:gd name="connsiteX41" fmla="*/ 43013 w 7294652"/>
                <a:gd name="connsiteY41" fmla="*/ 4000790 h 6857999"/>
                <a:gd name="connsiteX42" fmla="*/ 33734 w 7294652"/>
                <a:gd name="connsiteY42" fmla="*/ 3942180 h 6857999"/>
                <a:gd name="connsiteX43" fmla="*/ 45 w 7294652"/>
                <a:gd name="connsiteY43" fmla="*/ 3472097 h 6857999"/>
                <a:gd name="connsiteX44" fmla="*/ 95436 w 7294652"/>
                <a:gd name="connsiteY44" fmla="*/ 2557372 h 6857999"/>
                <a:gd name="connsiteX45" fmla="*/ 382126 w 7294652"/>
                <a:gd name="connsiteY45" fmla="*/ 1680799 h 6857999"/>
                <a:gd name="connsiteX46" fmla="*/ 1457043 w 7294652"/>
                <a:gd name="connsiteY46" fmla="*/ 192176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294652" h="6857999">
                  <a:moveTo>
                    <a:pt x="7294652" y="6063030"/>
                  </a:moveTo>
                  <a:lnTo>
                    <a:pt x="7294652" y="6857999"/>
                  </a:lnTo>
                  <a:lnTo>
                    <a:pt x="6248575" y="6857999"/>
                  </a:lnTo>
                  <a:lnTo>
                    <a:pt x="6477898" y="6700973"/>
                  </a:lnTo>
                  <a:cubicBezTo>
                    <a:pt x="6534790" y="6659378"/>
                    <a:pt x="6591336" y="6616237"/>
                    <a:pt x="6647884" y="6572752"/>
                  </a:cubicBezTo>
                  <a:cubicBezTo>
                    <a:pt x="6704432" y="6529268"/>
                    <a:pt x="6761151" y="6485095"/>
                    <a:pt x="6817698" y="6440235"/>
                  </a:cubicBezTo>
                  <a:lnTo>
                    <a:pt x="7161451" y="6165232"/>
                  </a:lnTo>
                  <a:close/>
                  <a:moveTo>
                    <a:pt x="1673436" y="0"/>
                  </a:moveTo>
                  <a:lnTo>
                    <a:pt x="2394951" y="0"/>
                  </a:lnTo>
                  <a:lnTo>
                    <a:pt x="2244659" y="100763"/>
                  </a:lnTo>
                  <a:cubicBezTo>
                    <a:pt x="2071051" y="224086"/>
                    <a:pt x="1903860" y="356975"/>
                    <a:pt x="1743903" y="498975"/>
                  </a:cubicBezTo>
                  <a:cubicBezTo>
                    <a:pt x="1533218" y="689638"/>
                    <a:pt x="1339146" y="897902"/>
                    <a:pt x="1163821" y="1121514"/>
                  </a:cubicBezTo>
                  <a:cubicBezTo>
                    <a:pt x="988284" y="1344764"/>
                    <a:pt x="834608" y="1584376"/>
                    <a:pt x="704911" y="1837036"/>
                  </a:cubicBezTo>
                  <a:cubicBezTo>
                    <a:pt x="573950" y="2089059"/>
                    <a:pt x="469577" y="2354041"/>
                    <a:pt x="393472" y="2627669"/>
                  </a:cubicBezTo>
                  <a:cubicBezTo>
                    <a:pt x="318269" y="2902842"/>
                    <a:pt x="280119" y="3186833"/>
                    <a:pt x="280032" y="3472097"/>
                  </a:cubicBezTo>
                  <a:cubicBezTo>
                    <a:pt x="280349" y="3610956"/>
                    <a:pt x="296380" y="3749334"/>
                    <a:pt x="327813" y="3884602"/>
                  </a:cubicBezTo>
                  <a:cubicBezTo>
                    <a:pt x="360878" y="4018046"/>
                    <a:pt x="408244" y="4147540"/>
                    <a:pt x="469096" y="4270809"/>
                  </a:cubicBezTo>
                  <a:cubicBezTo>
                    <a:pt x="499175" y="4332511"/>
                    <a:pt x="532347" y="4393012"/>
                    <a:pt x="567581" y="4452482"/>
                  </a:cubicBezTo>
                  <a:cubicBezTo>
                    <a:pt x="602815" y="4511953"/>
                    <a:pt x="641144" y="4570562"/>
                    <a:pt x="680677" y="4628484"/>
                  </a:cubicBezTo>
                  <a:cubicBezTo>
                    <a:pt x="760771" y="4743985"/>
                    <a:pt x="849802" y="4856048"/>
                    <a:pt x="941928" y="4968628"/>
                  </a:cubicBezTo>
                  <a:cubicBezTo>
                    <a:pt x="1034055" y="5081206"/>
                    <a:pt x="1130994" y="5193958"/>
                    <a:pt x="1224665" y="5311349"/>
                  </a:cubicBezTo>
                  <a:cubicBezTo>
                    <a:pt x="1271987" y="5369787"/>
                    <a:pt x="1318853" y="5429429"/>
                    <a:pt x="1365259" y="5490273"/>
                  </a:cubicBezTo>
                  <a:lnTo>
                    <a:pt x="1432808" y="5577931"/>
                  </a:lnTo>
                  <a:cubicBezTo>
                    <a:pt x="1454979" y="5605947"/>
                    <a:pt x="1476121" y="5634821"/>
                    <a:pt x="1498980" y="5662148"/>
                  </a:cubicBezTo>
                  <a:cubicBezTo>
                    <a:pt x="1676323" y="5880038"/>
                    <a:pt x="1866158" y="6087441"/>
                    <a:pt x="2067548" y="6283312"/>
                  </a:cubicBezTo>
                  <a:cubicBezTo>
                    <a:pt x="2166203" y="6379907"/>
                    <a:pt x="2266974" y="6473064"/>
                    <a:pt x="2369879" y="6562782"/>
                  </a:cubicBezTo>
                  <a:cubicBezTo>
                    <a:pt x="2473005" y="6652331"/>
                    <a:pt x="2577677" y="6738957"/>
                    <a:pt x="2686645" y="6820598"/>
                  </a:cubicBezTo>
                  <a:lnTo>
                    <a:pt x="2738907" y="6857999"/>
                  </a:lnTo>
                  <a:lnTo>
                    <a:pt x="1731787" y="6857999"/>
                  </a:lnTo>
                  <a:lnTo>
                    <a:pt x="1607949" y="6732770"/>
                  </a:lnTo>
                  <a:cubicBezTo>
                    <a:pt x="1501232" y="6617903"/>
                    <a:pt x="1401421" y="6496799"/>
                    <a:pt x="1309057" y="6370109"/>
                  </a:cubicBezTo>
                  <a:cubicBezTo>
                    <a:pt x="1217103" y="6244469"/>
                    <a:pt x="1129618" y="6116590"/>
                    <a:pt x="1048147" y="5986138"/>
                  </a:cubicBezTo>
                  <a:cubicBezTo>
                    <a:pt x="1027179" y="5953825"/>
                    <a:pt x="1007414" y="5920996"/>
                    <a:pt x="987131" y="5888512"/>
                  </a:cubicBezTo>
                  <a:lnTo>
                    <a:pt x="928866" y="5793463"/>
                  </a:lnTo>
                  <a:cubicBezTo>
                    <a:pt x="891568" y="5732276"/>
                    <a:pt x="852725" y="5671260"/>
                    <a:pt x="813708" y="5609556"/>
                  </a:cubicBezTo>
                  <a:lnTo>
                    <a:pt x="574972" y="5231598"/>
                  </a:lnTo>
                  <a:cubicBezTo>
                    <a:pt x="495221" y="5103551"/>
                    <a:pt x="416158" y="4971549"/>
                    <a:pt x="342424" y="4834048"/>
                  </a:cubicBezTo>
                  <a:cubicBezTo>
                    <a:pt x="305641" y="4765298"/>
                    <a:pt x="270236" y="4695343"/>
                    <a:pt x="237579" y="4623500"/>
                  </a:cubicBezTo>
                  <a:cubicBezTo>
                    <a:pt x="204922" y="4551655"/>
                    <a:pt x="175187" y="4478607"/>
                    <a:pt x="148373" y="4404356"/>
                  </a:cubicBezTo>
                  <a:cubicBezTo>
                    <a:pt x="121561" y="4330107"/>
                    <a:pt x="99046" y="4252934"/>
                    <a:pt x="79623" y="4175762"/>
                  </a:cubicBezTo>
                  <a:cubicBezTo>
                    <a:pt x="70514" y="4136916"/>
                    <a:pt x="61577" y="4098245"/>
                    <a:pt x="54185" y="4059229"/>
                  </a:cubicBezTo>
                  <a:lnTo>
                    <a:pt x="43013" y="4000790"/>
                  </a:lnTo>
                  <a:lnTo>
                    <a:pt x="33734" y="3942180"/>
                  </a:lnTo>
                  <a:cubicBezTo>
                    <a:pt x="10461" y="3786581"/>
                    <a:pt x="-801" y="3629416"/>
                    <a:pt x="45" y="3472097"/>
                  </a:cubicBezTo>
                  <a:cubicBezTo>
                    <a:pt x="863" y="3164748"/>
                    <a:pt x="32824" y="2858275"/>
                    <a:pt x="95436" y="2557372"/>
                  </a:cubicBezTo>
                  <a:cubicBezTo>
                    <a:pt x="157549" y="2255281"/>
                    <a:pt x="253728" y="1961216"/>
                    <a:pt x="382126" y="1680799"/>
                  </a:cubicBezTo>
                  <a:cubicBezTo>
                    <a:pt x="639940" y="1120482"/>
                    <a:pt x="1015492" y="619117"/>
                    <a:pt x="1457043" y="192176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77FC097-E4F2-4A45-82E8-3808FA553C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0650" y="-5799"/>
              <a:ext cx="7291350" cy="6858000"/>
            </a:xfrm>
            <a:custGeom>
              <a:avLst/>
              <a:gdLst>
                <a:gd name="connsiteX0" fmla="*/ 7291350 w 7291350"/>
                <a:gd name="connsiteY0" fmla="*/ 5718699 h 6858000"/>
                <a:gd name="connsiteX1" fmla="*/ 7291350 w 7291350"/>
                <a:gd name="connsiteY1" fmla="*/ 6806115 h 6858000"/>
                <a:gd name="connsiteX2" fmla="*/ 7224124 w 7291350"/>
                <a:gd name="connsiteY2" fmla="*/ 6858000 h 6858000"/>
                <a:gd name="connsiteX3" fmla="*/ 5607142 w 7291350"/>
                <a:gd name="connsiteY3" fmla="*/ 6858000 h 6858000"/>
                <a:gd name="connsiteX4" fmla="*/ 5736072 w 7291350"/>
                <a:gd name="connsiteY4" fmla="*/ 6801170 h 6858000"/>
                <a:gd name="connsiteX5" fmla="*/ 6949826 w 7291350"/>
                <a:gd name="connsiteY5" fmla="*/ 5983707 h 6858000"/>
                <a:gd name="connsiteX6" fmla="*/ 7220703 w 7291350"/>
                <a:gd name="connsiteY6" fmla="*/ 5773675 h 6858000"/>
                <a:gd name="connsiteX7" fmla="*/ 7218419 w 7291350"/>
                <a:gd name="connsiteY7" fmla="*/ 0 h 6858000"/>
                <a:gd name="connsiteX8" fmla="*/ 7291350 w 7291350"/>
                <a:gd name="connsiteY8" fmla="*/ 0 h 6858000"/>
                <a:gd name="connsiteX9" fmla="*/ 7291350 w 7291350"/>
                <a:gd name="connsiteY9" fmla="*/ 50138 h 6858000"/>
                <a:gd name="connsiteX10" fmla="*/ 1797607 w 7291350"/>
                <a:gd name="connsiteY10" fmla="*/ 0 h 6858000"/>
                <a:gd name="connsiteX11" fmla="*/ 3385676 w 7291350"/>
                <a:gd name="connsiteY11" fmla="*/ 0 h 6858000"/>
                <a:gd name="connsiteX12" fmla="*/ 3360567 w 7291350"/>
                <a:gd name="connsiteY12" fmla="*/ 11552 h 6858000"/>
                <a:gd name="connsiteX13" fmla="*/ 2267395 w 7291350"/>
                <a:gd name="connsiteY13" fmla="*/ 725831 h 6858000"/>
                <a:gd name="connsiteX14" fmla="*/ 1234074 w 7291350"/>
                <a:gd name="connsiteY14" fmla="*/ 2007171 h 6858000"/>
                <a:gd name="connsiteX15" fmla="*/ 859383 w 7291350"/>
                <a:gd name="connsiteY15" fmla="*/ 3498372 h 6858000"/>
                <a:gd name="connsiteX16" fmla="*/ 1479513 w 7291350"/>
                <a:gd name="connsiteY16" fmla="*/ 4883182 h 6858000"/>
                <a:gd name="connsiteX17" fmla="*/ 1791985 w 7291350"/>
                <a:gd name="connsiteY17" fmla="*/ 5322671 h 6858000"/>
                <a:gd name="connsiteX18" fmla="*/ 3397295 w 7291350"/>
                <a:gd name="connsiteY18" fmla="*/ 6784567 h 6858000"/>
                <a:gd name="connsiteX19" fmla="*/ 3590446 w 7291350"/>
                <a:gd name="connsiteY19" fmla="*/ 6858000 h 6858000"/>
                <a:gd name="connsiteX20" fmla="*/ 1970757 w 7291350"/>
                <a:gd name="connsiteY20" fmla="*/ 6858000 h 6858000"/>
                <a:gd name="connsiteX21" fmla="*/ 1735872 w 7291350"/>
                <a:gd name="connsiteY21" fmla="*/ 6627685 h 6858000"/>
                <a:gd name="connsiteX22" fmla="*/ 1080932 w 7291350"/>
                <a:gd name="connsiteY22" fmla="*/ 5805127 h 6858000"/>
                <a:gd name="connsiteX23" fmla="*/ 0 w 7291350"/>
                <a:gd name="connsiteY23" fmla="*/ 3498372 h 6858000"/>
                <a:gd name="connsiteX24" fmla="*/ 1708174 w 7291350"/>
                <a:gd name="connsiteY24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291350" h="6858000">
                  <a:moveTo>
                    <a:pt x="7291350" y="5718699"/>
                  </a:moveTo>
                  <a:lnTo>
                    <a:pt x="7291350" y="6806115"/>
                  </a:lnTo>
                  <a:lnTo>
                    <a:pt x="7224124" y="6858000"/>
                  </a:lnTo>
                  <a:lnTo>
                    <a:pt x="5607142" y="6858000"/>
                  </a:lnTo>
                  <a:lnTo>
                    <a:pt x="5736072" y="6801170"/>
                  </a:lnTo>
                  <a:cubicBezTo>
                    <a:pt x="6122313" y="6616106"/>
                    <a:pt x="6503069" y="6332805"/>
                    <a:pt x="6949826" y="5983707"/>
                  </a:cubicBezTo>
                  <a:cubicBezTo>
                    <a:pt x="7041094" y="5912378"/>
                    <a:pt x="7132358" y="5842426"/>
                    <a:pt x="7220703" y="5773675"/>
                  </a:cubicBezTo>
                  <a:close/>
                  <a:moveTo>
                    <a:pt x="7218419" y="0"/>
                  </a:moveTo>
                  <a:lnTo>
                    <a:pt x="7291350" y="0"/>
                  </a:lnTo>
                  <a:lnTo>
                    <a:pt x="7291350" y="50138"/>
                  </a:lnTo>
                  <a:close/>
                  <a:moveTo>
                    <a:pt x="1797607" y="0"/>
                  </a:moveTo>
                  <a:lnTo>
                    <a:pt x="3385676" y="0"/>
                  </a:lnTo>
                  <a:lnTo>
                    <a:pt x="3360567" y="11552"/>
                  </a:lnTo>
                  <a:cubicBezTo>
                    <a:pt x="2968013" y="202286"/>
                    <a:pt x="2600620" y="442170"/>
                    <a:pt x="2267395" y="725831"/>
                  </a:cubicBezTo>
                  <a:cubicBezTo>
                    <a:pt x="1824986" y="1104820"/>
                    <a:pt x="1477279" y="1536057"/>
                    <a:pt x="1234074" y="2007171"/>
                  </a:cubicBezTo>
                  <a:cubicBezTo>
                    <a:pt x="985368" y="2488770"/>
                    <a:pt x="859383" y="2990476"/>
                    <a:pt x="859383" y="3498372"/>
                  </a:cubicBezTo>
                  <a:cubicBezTo>
                    <a:pt x="859383" y="4010222"/>
                    <a:pt x="1060651" y="4308942"/>
                    <a:pt x="1479513" y="4883182"/>
                  </a:cubicBezTo>
                  <a:cubicBezTo>
                    <a:pt x="1580577" y="5021714"/>
                    <a:pt x="1685078" y="5164888"/>
                    <a:pt x="1791985" y="5322671"/>
                  </a:cubicBezTo>
                  <a:cubicBezTo>
                    <a:pt x="2283419" y="6046950"/>
                    <a:pt x="2796809" y="6521439"/>
                    <a:pt x="3397295" y="6784567"/>
                  </a:cubicBezTo>
                  <a:lnTo>
                    <a:pt x="3590446" y="6858000"/>
                  </a:lnTo>
                  <a:lnTo>
                    <a:pt x="1970757" y="6858000"/>
                  </a:lnTo>
                  <a:lnTo>
                    <a:pt x="1735872" y="6627685"/>
                  </a:lnTo>
                  <a:cubicBezTo>
                    <a:pt x="1502484" y="6382823"/>
                    <a:pt x="1285774" y="6107254"/>
                    <a:pt x="1080932" y="5805127"/>
                  </a:cubicBezTo>
                  <a:cubicBezTo>
                    <a:pt x="556365" y="5032027"/>
                    <a:pt x="0" y="4501616"/>
                    <a:pt x="0" y="3498372"/>
                  </a:cubicBezTo>
                  <a:cubicBezTo>
                    <a:pt x="0" y="2160829"/>
                    <a:pt x="685186" y="949872"/>
                    <a:pt x="1708174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0DF88B0-FA8A-47F5-8EAC-1880B1A51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22894" y="-5799"/>
              <a:ext cx="7269107" cy="6858000"/>
            </a:xfrm>
            <a:custGeom>
              <a:avLst/>
              <a:gdLst>
                <a:gd name="connsiteX0" fmla="*/ 7269107 w 7269107"/>
                <a:gd name="connsiteY0" fmla="*/ 5518449 h 6858000"/>
                <a:gd name="connsiteX1" fmla="*/ 7269107 w 7269107"/>
                <a:gd name="connsiteY1" fmla="*/ 6823281 h 6858000"/>
                <a:gd name="connsiteX2" fmla="*/ 7224122 w 7269107"/>
                <a:gd name="connsiteY2" fmla="*/ 6858000 h 6858000"/>
                <a:gd name="connsiteX3" fmla="*/ 4927054 w 7269107"/>
                <a:gd name="connsiteY3" fmla="*/ 6858000 h 6858000"/>
                <a:gd name="connsiteX4" fmla="*/ 4982167 w 7269107"/>
                <a:gd name="connsiteY4" fmla="*/ 6852876 h 6858000"/>
                <a:gd name="connsiteX5" fmla="*/ 5743768 w 7269107"/>
                <a:gd name="connsiteY5" fmla="*/ 6606245 h 6858000"/>
                <a:gd name="connsiteX6" fmla="*/ 6843778 w 7269107"/>
                <a:gd name="connsiteY6" fmla="*/ 5848440 h 6858000"/>
                <a:gd name="connsiteX7" fmla="*/ 7115515 w 7269107"/>
                <a:gd name="connsiteY7" fmla="*/ 5637891 h 6858000"/>
                <a:gd name="connsiteX8" fmla="*/ 6870111 w 7269107"/>
                <a:gd name="connsiteY8" fmla="*/ 0 h 6858000"/>
                <a:gd name="connsiteX9" fmla="*/ 7269107 w 7269107"/>
                <a:gd name="connsiteY9" fmla="*/ 0 h 6858000"/>
                <a:gd name="connsiteX10" fmla="*/ 7269107 w 7269107"/>
                <a:gd name="connsiteY10" fmla="*/ 243137 h 6858000"/>
                <a:gd name="connsiteX11" fmla="*/ 7089989 w 7269107"/>
                <a:gd name="connsiteY11" fmla="*/ 119955 h 6858000"/>
                <a:gd name="connsiteX12" fmla="*/ 6952948 w 7269107"/>
                <a:gd name="connsiteY12" fmla="*/ 41521 h 6858000"/>
                <a:gd name="connsiteX13" fmla="*/ 1797606 w 7269107"/>
                <a:gd name="connsiteY13" fmla="*/ 0 h 6858000"/>
                <a:gd name="connsiteX14" fmla="*/ 3815328 w 7269107"/>
                <a:gd name="connsiteY14" fmla="*/ 0 h 6858000"/>
                <a:gd name="connsiteX15" fmla="*/ 3627371 w 7269107"/>
                <a:gd name="connsiteY15" fmla="*/ 77142 h 6858000"/>
                <a:gd name="connsiteX16" fmla="*/ 2379115 w 7269107"/>
                <a:gd name="connsiteY16" fmla="*/ 856285 h 6858000"/>
                <a:gd name="connsiteX17" fmla="*/ 1386699 w 7269107"/>
                <a:gd name="connsiteY17" fmla="*/ 2086062 h 6858000"/>
                <a:gd name="connsiteX18" fmla="*/ 1031258 w 7269107"/>
                <a:gd name="connsiteY18" fmla="*/ 3498372 h 6858000"/>
                <a:gd name="connsiteX19" fmla="*/ 1618904 w 7269107"/>
                <a:gd name="connsiteY19" fmla="*/ 4781604 h 6858000"/>
                <a:gd name="connsiteX20" fmla="*/ 1934812 w 7269107"/>
                <a:gd name="connsiteY20" fmla="*/ 5225904 h 6858000"/>
                <a:gd name="connsiteX21" fmla="*/ 3140010 w 7269107"/>
                <a:gd name="connsiteY21" fmla="*/ 6456196 h 6858000"/>
                <a:gd name="connsiteX22" fmla="*/ 4281662 w 7269107"/>
                <a:gd name="connsiteY22" fmla="*/ 6843305 h 6858000"/>
                <a:gd name="connsiteX23" fmla="*/ 4449058 w 7269107"/>
                <a:gd name="connsiteY23" fmla="*/ 6858000 h 6858000"/>
                <a:gd name="connsiteX24" fmla="*/ 1970756 w 7269107"/>
                <a:gd name="connsiteY24" fmla="*/ 6858000 h 6858000"/>
                <a:gd name="connsiteX25" fmla="*/ 1735871 w 7269107"/>
                <a:gd name="connsiteY25" fmla="*/ 6627685 h 6858000"/>
                <a:gd name="connsiteX26" fmla="*/ 1080930 w 7269107"/>
                <a:gd name="connsiteY26" fmla="*/ 5805127 h 6858000"/>
                <a:gd name="connsiteX27" fmla="*/ 0 w 7269107"/>
                <a:gd name="connsiteY27" fmla="*/ 3498372 h 6858000"/>
                <a:gd name="connsiteX28" fmla="*/ 1708172 w 7269107"/>
                <a:gd name="connsiteY28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269107" h="6858000">
                  <a:moveTo>
                    <a:pt x="7269107" y="5518449"/>
                  </a:moveTo>
                  <a:lnTo>
                    <a:pt x="7269107" y="6823281"/>
                  </a:lnTo>
                  <a:lnTo>
                    <a:pt x="7224122" y="6858000"/>
                  </a:lnTo>
                  <a:lnTo>
                    <a:pt x="4927054" y="6858000"/>
                  </a:lnTo>
                  <a:lnTo>
                    <a:pt x="4982167" y="6852876"/>
                  </a:lnTo>
                  <a:cubicBezTo>
                    <a:pt x="5236517" y="6821036"/>
                    <a:pt x="5483373" y="6740566"/>
                    <a:pt x="5743768" y="6606245"/>
                  </a:cubicBezTo>
                  <a:cubicBezTo>
                    <a:pt x="6099551" y="6422337"/>
                    <a:pt x="6452586" y="6154209"/>
                    <a:pt x="6843778" y="5848440"/>
                  </a:cubicBezTo>
                  <a:cubicBezTo>
                    <a:pt x="6935559" y="5776768"/>
                    <a:pt x="7026997" y="5706642"/>
                    <a:pt x="7115515" y="5637891"/>
                  </a:cubicBezTo>
                  <a:close/>
                  <a:moveTo>
                    <a:pt x="6870111" y="0"/>
                  </a:moveTo>
                  <a:lnTo>
                    <a:pt x="7269107" y="0"/>
                  </a:lnTo>
                  <a:lnTo>
                    <a:pt x="7269107" y="243137"/>
                  </a:lnTo>
                  <a:lnTo>
                    <a:pt x="7089989" y="119955"/>
                  </a:lnTo>
                  <a:cubicBezTo>
                    <a:pt x="7045081" y="92581"/>
                    <a:pt x="6999384" y="66425"/>
                    <a:pt x="6952948" y="41521"/>
                  </a:cubicBezTo>
                  <a:close/>
                  <a:moveTo>
                    <a:pt x="1797606" y="0"/>
                  </a:moveTo>
                  <a:lnTo>
                    <a:pt x="3815328" y="0"/>
                  </a:lnTo>
                  <a:lnTo>
                    <a:pt x="3627371" y="77142"/>
                  </a:lnTo>
                  <a:cubicBezTo>
                    <a:pt x="3175548" y="273822"/>
                    <a:pt x="2754868" y="536281"/>
                    <a:pt x="2379115" y="856285"/>
                  </a:cubicBezTo>
                  <a:cubicBezTo>
                    <a:pt x="1959736" y="1215679"/>
                    <a:pt x="1616497" y="1640901"/>
                    <a:pt x="1386699" y="2086062"/>
                  </a:cubicBezTo>
                  <a:cubicBezTo>
                    <a:pt x="1151572" y="2543083"/>
                    <a:pt x="1031258" y="3018150"/>
                    <a:pt x="1031258" y="3498372"/>
                  </a:cubicBezTo>
                  <a:cubicBezTo>
                    <a:pt x="1031258" y="3957455"/>
                    <a:pt x="1211213" y="4223692"/>
                    <a:pt x="1618904" y="4781604"/>
                  </a:cubicBezTo>
                  <a:cubicBezTo>
                    <a:pt x="1720826" y="4921339"/>
                    <a:pt x="1826186" y="5065887"/>
                    <a:pt x="1934812" y="5225904"/>
                  </a:cubicBezTo>
                  <a:cubicBezTo>
                    <a:pt x="2318957" y="5792064"/>
                    <a:pt x="2713069" y="6194600"/>
                    <a:pt x="3140010" y="6456196"/>
                  </a:cubicBezTo>
                  <a:cubicBezTo>
                    <a:pt x="3479423" y="6664512"/>
                    <a:pt x="3855769" y="6792387"/>
                    <a:pt x="4281662" y="6843305"/>
                  </a:cubicBezTo>
                  <a:lnTo>
                    <a:pt x="4449058" y="6858000"/>
                  </a:lnTo>
                  <a:lnTo>
                    <a:pt x="1970756" y="6858000"/>
                  </a:lnTo>
                  <a:lnTo>
                    <a:pt x="1735871" y="6627685"/>
                  </a:lnTo>
                  <a:cubicBezTo>
                    <a:pt x="1502482" y="6382823"/>
                    <a:pt x="1285773" y="6107254"/>
                    <a:pt x="1080930" y="5805127"/>
                  </a:cubicBezTo>
                  <a:cubicBezTo>
                    <a:pt x="556364" y="5032027"/>
                    <a:pt x="0" y="4501616"/>
                    <a:pt x="0" y="3498372"/>
                  </a:cubicBezTo>
                  <a:cubicBezTo>
                    <a:pt x="0" y="2160829"/>
                    <a:pt x="685185" y="949872"/>
                    <a:pt x="1708172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89C45-37C5-A99B-EE28-5A6E15063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2812" y="1032987"/>
            <a:ext cx="4919108" cy="4792027"/>
          </a:xfrm>
        </p:spPr>
        <p:txBody>
          <a:bodyPr anchor="ctr">
            <a:normAutofit/>
          </a:bodyPr>
          <a:lstStyle/>
          <a:p>
            <a:r>
              <a:rPr lang="en-US" sz="2000">
                <a:solidFill>
                  <a:schemeClr val="tx2"/>
                </a:solidFill>
              </a:rPr>
              <a:t>Pages should be meaningful; waking up someone at 2 am should be worth their time.</a:t>
            </a:r>
          </a:p>
          <a:p>
            <a:r>
              <a:rPr lang="en-US" sz="2000">
                <a:solidFill>
                  <a:schemeClr val="tx2"/>
                </a:solidFill>
              </a:rPr>
              <a:t>Document non-urgent alerts instead of paging.</a:t>
            </a:r>
          </a:p>
          <a:p>
            <a:r>
              <a:rPr lang="en-US" sz="2000">
                <a:solidFill>
                  <a:schemeClr val="tx2"/>
                </a:solidFill>
              </a:rPr>
              <a:t>Best practices:</a:t>
            </a:r>
          </a:p>
          <a:p>
            <a:pPr lvl="1"/>
            <a:r>
              <a:rPr lang="en-US" sz="2000">
                <a:solidFill>
                  <a:schemeClr val="tx2"/>
                </a:solidFill>
              </a:rPr>
              <a:t>Tie paging alerts to SLOs(errors, latency, availability).</a:t>
            </a:r>
          </a:p>
          <a:p>
            <a:pPr lvl="1"/>
            <a:r>
              <a:rPr lang="en-US" sz="2000">
                <a:solidFill>
                  <a:schemeClr val="tx2"/>
                </a:solidFill>
              </a:rPr>
              <a:t>Minimize noise: remove low-value alerts.</a:t>
            </a:r>
          </a:p>
          <a:p>
            <a:pPr lvl="1"/>
            <a:r>
              <a:rPr lang="en-US" sz="2000">
                <a:solidFill>
                  <a:schemeClr val="tx2"/>
                </a:solidFill>
              </a:rPr>
              <a:t> Implement escalation policy so critical incidents get attention.</a:t>
            </a:r>
          </a:p>
        </p:txBody>
      </p:sp>
    </p:spTree>
    <p:extLst>
      <p:ext uri="{BB962C8B-B14F-4D97-AF65-F5344CB8AC3E}">
        <p14:creationId xmlns:p14="http://schemas.microsoft.com/office/powerpoint/2010/main" val="135723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A578E-7B74-415F-5368-28F1BF940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881A217-088B-0763-75BD-6D5EE9B3324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4572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8E1B501-CD1D-ABEB-68C4-AF19FC7240C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7930" b="1527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B7CB24-8CDA-3047-BF8E-656F74D04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Burnout Prevention and Culture</a:t>
            </a:r>
            <a:endParaRPr lang="en-US" dirty="0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F7181685-2779-141D-EC12-D946BB53DE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352128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24666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A2F470-D975-1750-3523-CBD50D836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CB128-5B0A-9B09-F2BD-ED6537CF9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  <a:effectLst/>
              </a:rPr>
              <a:t>On-call rotation: A complete guide to best practices | by squadcast | medium. (n.d.-c). https://medium.com/@squadcast/on-call-rotation-a-complete-guide-to-best-practices-997b0da54499 </a:t>
            </a:r>
          </a:p>
          <a:p>
            <a:r>
              <a:rPr lang="en-US" sz="1800">
                <a:solidFill>
                  <a:schemeClr val="tx2"/>
                </a:solidFill>
                <a:effectLst/>
              </a:rPr>
              <a:t>Spadaccini, A. (n.d.). </a:t>
            </a:r>
            <a:r>
              <a:rPr lang="en-US" sz="1800" i="1">
                <a:solidFill>
                  <a:schemeClr val="tx2"/>
                </a:solidFill>
                <a:effectLst/>
              </a:rPr>
              <a:t>Being on-call</a:t>
            </a:r>
            <a:r>
              <a:rPr lang="en-US" sz="1800">
                <a:solidFill>
                  <a:schemeClr val="tx2"/>
                </a:solidFill>
                <a:effectLst/>
              </a:rPr>
              <a:t>. Google SRE - On Call Engineer Best Practices for IT Services. https://sre.google/sre-book/being-on-call/?.com </a:t>
            </a:r>
          </a:p>
          <a:p>
            <a:r>
              <a:rPr lang="en-US" sz="1800">
                <a:solidFill>
                  <a:schemeClr val="tx2"/>
                </a:solidFill>
                <a:effectLst/>
              </a:rPr>
              <a:t>Team, F. (2025, August 21). </a:t>
            </a:r>
            <a:r>
              <a:rPr lang="en-US" sz="1800" i="1">
                <a:solidFill>
                  <a:schemeClr val="tx2"/>
                </a:solidFill>
                <a:effectLst/>
              </a:rPr>
              <a:t>Best Practices for Creating On-Call Rotations and Schedules</a:t>
            </a:r>
            <a:r>
              <a:rPr lang="en-US" sz="1800">
                <a:solidFill>
                  <a:schemeClr val="tx2"/>
                </a:solidFill>
                <a:effectLst/>
              </a:rPr>
              <a:t>. https://firehydrant.com/blog/best-practices-for-creating-on-call-rotations-and-schedules/?.com </a:t>
            </a:r>
          </a:p>
          <a:p>
            <a:endParaRPr lang="en-US" sz="1800">
              <a:solidFill>
                <a:schemeClr val="tx2"/>
              </a:solidFill>
              <a:effectLst/>
            </a:endParaRPr>
          </a:p>
          <a:p>
            <a:endParaRPr lang="en-US" sz="1800">
              <a:solidFill>
                <a:schemeClr val="tx2"/>
              </a:solidFill>
              <a:effectLst/>
            </a:endParaRPr>
          </a:p>
          <a:p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0322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432</Words>
  <Application>Microsoft Office PowerPoint</Application>
  <PresentationFormat>Widescreen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Pager Rotation Duties in DevOps</vt:lpstr>
      <vt:lpstr>DevOps and On-Call: Purpose</vt:lpstr>
      <vt:lpstr>What is a Pager Rotation?</vt:lpstr>
      <vt:lpstr>Fair and Sustainable Rotations</vt:lpstr>
      <vt:lpstr>Alerting what really matters</vt:lpstr>
      <vt:lpstr>Training</vt:lpstr>
      <vt:lpstr>Burnout Prevention and Culture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 Kuenning</dc:creator>
  <cp:lastModifiedBy>Kris Kuenning</cp:lastModifiedBy>
  <cp:revision>3</cp:revision>
  <dcterms:created xsi:type="dcterms:W3CDTF">2025-11-30T15:08:02Z</dcterms:created>
  <dcterms:modified xsi:type="dcterms:W3CDTF">2025-11-30T15:51:07Z</dcterms:modified>
</cp:coreProperties>
</file>