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826659-5E7B-4009-9D3D-3D379EDD7EDA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B44DA09-9688-45E0-AED2-4299B1756139}">
      <dgm:prSet/>
      <dgm:spPr/>
      <dgm:t>
        <a:bodyPr/>
        <a:lstStyle/>
        <a:p>
          <a:r>
            <a:rPr lang="en-US"/>
            <a:t>Unauthorized write access</a:t>
          </a:r>
        </a:p>
      </dgm:t>
    </dgm:pt>
    <dgm:pt modelId="{250E0A75-B7A1-4835-A1BB-44C54F3F54DC}" type="parTrans" cxnId="{261C8066-3DB6-4B9A-97F3-DFE9F63BB950}">
      <dgm:prSet/>
      <dgm:spPr/>
      <dgm:t>
        <a:bodyPr/>
        <a:lstStyle/>
        <a:p>
          <a:endParaRPr lang="en-US"/>
        </a:p>
      </dgm:t>
    </dgm:pt>
    <dgm:pt modelId="{A59D1A3D-4E72-4176-9604-7714A6BE9EAE}" type="sibTrans" cxnId="{261C8066-3DB6-4B9A-97F3-DFE9F63BB950}">
      <dgm:prSet/>
      <dgm:spPr/>
      <dgm:t>
        <a:bodyPr/>
        <a:lstStyle/>
        <a:p>
          <a:endParaRPr lang="en-US"/>
        </a:p>
      </dgm:t>
    </dgm:pt>
    <dgm:pt modelId="{DEBC596A-622B-4A76-9A13-BDE06FCE3C9E}">
      <dgm:prSet/>
      <dgm:spPr/>
      <dgm:t>
        <a:bodyPr/>
        <a:lstStyle/>
        <a:p>
          <a:r>
            <a:rPr lang="en-US"/>
            <a:t>Stolen credentials / token abuse</a:t>
          </a:r>
        </a:p>
      </dgm:t>
    </dgm:pt>
    <dgm:pt modelId="{A0179350-9A2B-409A-AC6B-D0D90ACED8CB}" type="parTrans" cxnId="{610A7339-FEF1-4337-A222-224788D08C9A}">
      <dgm:prSet/>
      <dgm:spPr/>
      <dgm:t>
        <a:bodyPr/>
        <a:lstStyle/>
        <a:p>
          <a:endParaRPr lang="en-US"/>
        </a:p>
      </dgm:t>
    </dgm:pt>
    <dgm:pt modelId="{DD459894-C78E-4C42-8F5E-065F18D2A9FA}" type="sibTrans" cxnId="{610A7339-FEF1-4337-A222-224788D08C9A}">
      <dgm:prSet/>
      <dgm:spPr/>
      <dgm:t>
        <a:bodyPr/>
        <a:lstStyle/>
        <a:p>
          <a:endParaRPr lang="en-US"/>
        </a:p>
      </dgm:t>
    </dgm:pt>
    <dgm:pt modelId="{F3022A81-2EF3-42E9-B618-A43E67B75A68}">
      <dgm:prSet/>
      <dgm:spPr/>
      <dgm:t>
        <a:bodyPr/>
        <a:lstStyle/>
        <a:p>
          <a:r>
            <a:rPr lang="en-US"/>
            <a:t>Excessive permissions / weak MFA</a:t>
          </a:r>
        </a:p>
      </dgm:t>
    </dgm:pt>
    <dgm:pt modelId="{F8041950-AE06-4BBC-B3C4-806C91956094}" type="parTrans" cxnId="{D22DD776-D7E1-48D3-8F14-754FA0A530A6}">
      <dgm:prSet/>
      <dgm:spPr/>
      <dgm:t>
        <a:bodyPr/>
        <a:lstStyle/>
        <a:p>
          <a:endParaRPr lang="en-US"/>
        </a:p>
      </dgm:t>
    </dgm:pt>
    <dgm:pt modelId="{B4CBEACB-0BD7-49E5-9734-91F2A22A349B}" type="sibTrans" cxnId="{D22DD776-D7E1-48D3-8F14-754FA0A530A6}">
      <dgm:prSet/>
      <dgm:spPr/>
      <dgm:t>
        <a:bodyPr/>
        <a:lstStyle/>
        <a:p>
          <a:endParaRPr lang="en-US"/>
        </a:p>
      </dgm:t>
    </dgm:pt>
    <dgm:pt modelId="{8E434A66-25A9-4C8B-BA69-10D92023073E}">
      <dgm:prSet/>
      <dgm:spPr/>
      <dgm:t>
        <a:bodyPr/>
        <a:lstStyle/>
        <a:p>
          <a:r>
            <a:rPr lang="en-US"/>
            <a:t>Malicious or risky changes</a:t>
          </a:r>
        </a:p>
      </dgm:t>
    </dgm:pt>
    <dgm:pt modelId="{0C34A8D6-19B8-428D-8F35-00A41237B455}" type="parTrans" cxnId="{148B054A-CD3E-467E-8835-4F2057F19F49}">
      <dgm:prSet/>
      <dgm:spPr/>
      <dgm:t>
        <a:bodyPr/>
        <a:lstStyle/>
        <a:p>
          <a:endParaRPr lang="en-US"/>
        </a:p>
      </dgm:t>
    </dgm:pt>
    <dgm:pt modelId="{6F8A971C-3429-48BC-8CE5-417DA1CDA767}" type="sibTrans" cxnId="{148B054A-CD3E-467E-8835-4F2057F19F49}">
      <dgm:prSet/>
      <dgm:spPr/>
      <dgm:t>
        <a:bodyPr/>
        <a:lstStyle/>
        <a:p>
          <a:endParaRPr lang="en-US"/>
        </a:p>
      </dgm:t>
    </dgm:pt>
    <dgm:pt modelId="{4EB7CA63-2E94-4C24-897A-B5A2E37A4D26}">
      <dgm:prSet/>
      <dgm:spPr/>
      <dgm:t>
        <a:bodyPr/>
        <a:lstStyle/>
        <a:p>
          <a:r>
            <a:rPr lang="en-US"/>
            <a:t>Bypassing code review</a:t>
          </a:r>
        </a:p>
      </dgm:t>
    </dgm:pt>
    <dgm:pt modelId="{E392517F-CD3F-4520-837A-367A35775AF3}" type="parTrans" cxnId="{663E1B3A-BA0C-4BE1-A565-BE1BC646612F}">
      <dgm:prSet/>
      <dgm:spPr/>
      <dgm:t>
        <a:bodyPr/>
        <a:lstStyle/>
        <a:p>
          <a:endParaRPr lang="en-US"/>
        </a:p>
      </dgm:t>
    </dgm:pt>
    <dgm:pt modelId="{26250FAE-8AF9-4BC3-9C7B-5D6702A24F3B}" type="sibTrans" cxnId="{663E1B3A-BA0C-4BE1-A565-BE1BC646612F}">
      <dgm:prSet/>
      <dgm:spPr/>
      <dgm:t>
        <a:bodyPr/>
        <a:lstStyle/>
        <a:p>
          <a:endParaRPr lang="en-US"/>
        </a:p>
      </dgm:t>
    </dgm:pt>
    <dgm:pt modelId="{6DE532F5-6BFD-43D3-8A1C-4C4B3AD69227}">
      <dgm:prSet/>
      <dgm:spPr/>
      <dgm:t>
        <a:bodyPr/>
        <a:lstStyle/>
        <a:p>
          <a:r>
            <a:rPr lang="en-US"/>
            <a:t>History tampering (force-push)</a:t>
          </a:r>
        </a:p>
      </dgm:t>
    </dgm:pt>
    <dgm:pt modelId="{82B0DACE-91B7-4341-A39C-CF6D46E4792C}" type="parTrans" cxnId="{28CC2211-93F1-4C2D-B178-68DA96602D8B}">
      <dgm:prSet/>
      <dgm:spPr/>
      <dgm:t>
        <a:bodyPr/>
        <a:lstStyle/>
        <a:p>
          <a:endParaRPr lang="en-US"/>
        </a:p>
      </dgm:t>
    </dgm:pt>
    <dgm:pt modelId="{36623EB9-65E1-4E18-8809-3419FCF93929}" type="sibTrans" cxnId="{28CC2211-93F1-4C2D-B178-68DA96602D8B}">
      <dgm:prSet/>
      <dgm:spPr/>
      <dgm:t>
        <a:bodyPr/>
        <a:lstStyle/>
        <a:p>
          <a:endParaRPr lang="en-US"/>
        </a:p>
      </dgm:t>
    </dgm:pt>
    <dgm:pt modelId="{F0673E85-0D5D-4106-9616-70F0382971DC}">
      <dgm:prSet/>
      <dgm:spPr/>
      <dgm:t>
        <a:bodyPr/>
        <a:lstStyle/>
        <a:p>
          <a:r>
            <a:rPr lang="en-US"/>
            <a:t>Secret leakage &amp; data exposure</a:t>
          </a:r>
        </a:p>
      </dgm:t>
    </dgm:pt>
    <dgm:pt modelId="{3DE28D89-E5AA-4070-B5FA-C73DC2B43864}" type="parTrans" cxnId="{B5A03BCA-DEBE-4BCA-B6C0-9D0ECA22627F}">
      <dgm:prSet/>
      <dgm:spPr/>
      <dgm:t>
        <a:bodyPr/>
        <a:lstStyle/>
        <a:p>
          <a:endParaRPr lang="en-US"/>
        </a:p>
      </dgm:t>
    </dgm:pt>
    <dgm:pt modelId="{CA24A132-770B-4DAA-8DE9-833CE94D0071}" type="sibTrans" cxnId="{B5A03BCA-DEBE-4BCA-B6C0-9D0ECA22627F}">
      <dgm:prSet/>
      <dgm:spPr/>
      <dgm:t>
        <a:bodyPr/>
        <a:lstStyle/>
        <a:p>
          <a:endParaRPr lang="en-US"/>
        </a:p>
      </dgm:t>
    </dgm:pt>
    <dgm:pt modelId="{7A56C12C-10F2-45A0-96BA-08746D53FCEE}">
      <dgm:prSet/>
      <dgm:spPr/>
      <dgm:t>
        <a:bodyPr/>
        <a:lstStyle/>
        <a:p>
          <a:r>
            <a:rPr lang="en-US"/>
            <a:t>API Keys committed to repo</a:t>
          </a:r>
        </a:p>
      </dgm:t>
    </dgm:pt>
    <dgm:pt modelId="{75C92122-5BB4-4654-81F8-0417758F9309}" type="parTrans" cxnId="{86533224-ACB0-4C10-BB01-E2260D64C09D}">
      <dgm:prSet/>
      <dgm:spPr/>
      <dgm:t>
        <a:bodyPr/>
        <a:lstStyle/>
        <a:p>
          <a:endParaRPr lang="en-US"/>
        </a:p>
      </dgm:t>
    </dgm:pt>
    <dgm:pt modelId="{4650AE75-A465-427E-93D1-4C2D2F3FC5C9}" type="sibTrans" cxnId="{86533224-ACB0-4C10-BB01-E2260D64C09D}">
      <dgm:prSet/>
      <dgm:spPr/>
      <dgm:t>
        <a:bodyPr/>
        <a:lstStyle/>
        <a:p>
          <a:endParaRPr lang="en-US"/>
        </a:p>
      </dgm:t>
    </dgm:pt>
    <dgm:pt modelId="{9B61F040-5512-45C5-AF22-9B6418DADD83}">
      <dgm:prSet/>
      <dgm:spPr/>
      <dgm:t>
        <a:bodyPr/>
        <a:lstStyle/>
        <a:p>
          <a:r>
            <a:rPr lang="en-US"/>
            <a:t>Sensitive config in PRs</a:t>
          </a:r>
        </a:p>
      </dgm:t>
    </dgm:pt>
    <dgm:pt modelId="{9293FB1A-3365-4C6D-ADF4-ACF884417BA7}" type="parTrans" cxnId="{0FD2074E-31EE-468C-88CF-C07D76B3C363}">
      <dgm:prSet/>
      <dgm:spPr/>
      <dgm:t>
        <a:bodyPr/>
        <a:lstStyle/>
        <a:p>
          <a:endParaRPr lang="en-US"/>
        </a:p>
      </dgm:t>
    </dgm:pt>
    <dgm:pt modelId="{CFFE4518-DAD9-4D51-9604-F959DA3D67D8}" type="sibTrans" cxnId="{0FD2074E-31EE-468C-88CF-C07D76B3C363}">
      <dgm:prSet/>
      <dgm:spPr/>
      <dgm:t>
        <a:bodyPr/>
        <a:lstStyle/>
        <a:p>
          <a:endParaRPr lang="en-US"/>
        </a:p>
      </dgm:t>
    </dgm:pt>
    <dgm:pt modelId="{93483560-2417-429B-B235-EF2AA2998A24}">
      <dgm:prSet/>
      <dgm:spPr/>
      <dgm:t>
        <a:bodyPr/>
        <a:lstStyle/>
        <a:p>
          <a:r>
            <a:rPr lang="en-US"/>
            <a:t>Supply-chain compromise</a:t>
          </a:r>
        </a:p>
      </dgm:t>
    </dgm:pt>
    <dgm:pt modelId="{DD5A1428-0149-426B-860E-0AF0DE233890}" type="parTrans" cxnId="{74D9A2DD-8A86-4DF6-B069-3A265EDCC077}">
      <dgm:prSet/>
      <dgm:spPr/>
      <dgm:t>
        <a:bodyPr/>
        <a:lstStyle/>
        <a:p>
          <a:endParaRPr lang="en-US"/>
        </a:p>
      </dgm:t>
    </dgm:pt>
    <dgm:pt modelId="{5C02BDA6-F22B-4442-8254-A7EECBE66ED0}" type="sibTrans" cxnId="{74D9A2DD-8A86-4DF6-B069-3A265EDCC077}">
      <dgm:prSet/>
      <dgm:spPr/>
      <dgm:t>
        <a:bodyPr/>
        <a:lstStyle/>
        <a:p>
          <a:endParaRPr lang="en-US"/>
        </a:p>
      </dgm:t>
    </dgm:pt>
    <dgm:pt modelId="{FE9791D4-7BFF-4BAF-95BC-BCEAD1365C5E}">
      <dgm:prSet/>
      <dgm:spPr/>
      <dgm:t>
        <a:bodyPr/>
        <a:lstStyle/>
        <a:p>
          <a:r>
            <a:rPr lang="en-US"/>
            <a:t>Dependency or action takeover</a:t>
          </a:r>
        </a:p>
      </dgm:t>
    </dgm:pt>
    <dgm:pt modelId="{B6A9422A-78D8-47F3-9377-0504EFBEBBC7}" type="parTrans" cxnId="{42BC772D-7249-458F-B864-A23BAB95B8B4}">
      <dgm:prSet/>
      <dgm:spPr/>
      <dgm:t>
        <a:bodyPr/>
        <a:lstStyle/>
        <a:p>
          <a:endParaRPr lang="en-US"/>
        </a:p>
      </dgm:t>
    </dgm:pt>
    <dgm:pt modelId="{A9BE36B1-77C2-4787-AFC8-6B7D64C0D381}" type="sibTrans" cxnId="{42BC772D-7249-458F-B864-A23BAB95B8B4}">
      <dgm:prSet/>
      <dgm:spPr/>
      <dgm:t>
        <a:bodyPr/>
        <a:lstStyle/>
        <a:p>
          <a:endParaRPr lang="en-US"/>
        </a:p>
      </dgm:t>
    </dgm:pt>
    <dgm:pt modelId="{767C917F-0ADB-48DA-BF30-35B9A68EDB07}">
      <dgm:prSet/>
      <dgm:spPr/>
      <dgm:t>
        <a:bodyPr/>
        <a:lstStyle/>
        <a:p>
          <a:r>
            <a:rPr lang="en-US"/>
            <a:t>Insufficient provenance</a:t>
          </a:r>
        </a:p>
      </dgm:t>
    </dgm:pt>
    <dgm:pt modelId="{9AE6E4F6-24B7-4312-9BE4-EA6FA01D600C}" type="parTrans" cxnId="{13BD8BB4-1132-4C96-A02F-4EB18B5F28CD}">
      <dgm:prSet/>
      <dgm:spPr/>
      <dgm:t>
        <a:bodyPr/>
        <a:lstStyle/>
        <a:p>
          <a:endParaRPr lang="en-US"/>
        </a:p>
      </dgm:t>
    </dgm:pt>
    <dgm:pt modelId="{2EE7DF03-FB7F-41EB-8E77-6523EC9CF999}" type="sibTrans" cxnId="{13BD8BB4-1132-4C96-A02F-4EB18B5F28CD}">
      <dgm:prSet/>
      <dgm:spPr/>
      <dgm:t>
        <a:bodyPr/>
        <a:lstStyle/>
        <a:p>
          <a:endParaRPr lang="en-US"/>
        </a:p>
      </dgm:t>
    </dgm:pt>
    <dgm:pt modelId="{C67C367A-B647-497B-B2DC-394E71347C26}" type="pres">
      <dgm:prSet presAssocID="{61826659-5E7B-4009-9D3D-3D379EDD7EDA}" presName="linear" presStyleCnt="0">
        <dgm:presLayoutVars>
          <dgm:dir/>
          <dgm:animLvl val="lvl"/>
          <dgm:resizeHandles val="exact"/>
        </dgm:presLayoutVars>
      </dgm:prSet>
      <dgm:spPr/>
    </dgm:pt>
    <dgm:pt modelId="{67C8D23E-3A0B-42B0-83C8-A4D38CB6B333}" type="pres">
      <dgm:prSet presAssocID="{EB44DA09-9688-45E0-AED2-4299B1756139}" presName="parentLin" presStyleCnt="0"/>
      <dgm:spPr/>
    </dgm:pt>
    <dgm:pt modelId="{E8911E51-C214-468B-9394-BA8400F25FF3}" type="pres">
      <dgm:prSet presAssocID="{EB44DA09-9688-45E0-AED2-4299B1756139}" presName="parentLeftMargin" presStyleLbl="node1" presStyleIdx="0" presStyleCnt="4"/>
      <dgm:spPr/>
    </dgm:pt>
    <dgm:pt modelId="{6064A1D2-3740-4A9A-B995-8B6FFDC7B964}" type="pres">
      <dgm:prSet presAssocID="{EB44DA09-9688-45E0-AED2-4299B175613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D1AE11-3B48-4617-9CD3-BABD3EED2231}" type="pres">
      <dgm:prSet presAssocID="{EB44DA09-9688-45E0-AED2-4299B1756139}" presName="negativeSpace" presStyleCnt="0"/>
      <dgm:spPr/>
    </dgm:pt>
    <dgm:pt modelId="{BDC91363-2834-4177-A4E0-786950272D73}" type="pres">
      <dgm:prSet presAssocID="{EB44DA09-9688-45E0-AED2-4299B1756139}" presName="childText" presStyleLbl="conFgAcc1" presStyleIdx="0" presStyleCnt="4">
        <dgm:presLayoutVars>
          <dgm:bulletEnabled val="1"/>
        </dgm:presLayoutVars>
      </dgm:prSet>
      <dgm:spPr/>
    </dgm:pt>
    <dgm:pt modelId="{F8EEF903-42E2-46AB-8E9E-058E96F38862}" type="pres">
      <dgm:prSet presAssocID="{A59D1A3D-4E72-4176-9604-7714A6BE9EAE}" presName="spaceBetweenRectangles" presStyleCnt="0"/>
      <dgm:spPr/>
    </dgm:pt>
    <dgm:pt modelId="{FA838E0D-3B6B-446C-81C5-DAFDF0A0F229}" type="pres">
      <dgm:prSet presAssocID="{8E434A66-25A9-4C8B-BA69-10D92023073E}" presName="parentLin" presStyleCnt="0"/>
      <dgm:spPr/>
    </dgm:pt>
    <dgm:pt modelId="{AFCEF0AD-0801-4AAA-9276-57DCCEAF04B8}" type="pres">
      <dgm:prSet presAssocID="{8E434A66-25A9-4C8B-BA69-10D92023073E}" presName="parentLeftMargin" presStyleLbl="node1" presStyleIdx="0" presStyleCnt="4"/>
      <dgm:spPr/>
    </dgm:pt>
    <dgm:pt modelId="{D18158F6-11CE-46EB-88E5-D84951008EE4}" type="pres">
      <dgm:prSet presAssocID="{8E434A66-25A9-4C8B-BA69-10D92023073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56688A-A078-44B0-A6F5-0565953D8473}" type="pres">
      <dgm:prSet presAssocID="{8E434A66-25A9-4C8B-BA69-10D92023073E}" presName="negativeSpace" presStyleCnt="0"/>
      <dgm:spPr/>
    </dgm:pt>
    <dgm:pt modelId="{22045E39-ABEA-4442-AC52-0DD9BE99E0F3}" type="pres">
      <dgm:prSet presAssocID="{8E434A66-25A9-4C8B-BA69-10D92023073E}" presName="childText" presStyleLbl="conFgAcc1" presStyleIdx="1" presStyleCnt="4">
        <dgm:presLayoutVars>
          <dgm:bulletEnabled val="1"/>
        </dgm:presLayoutVars>
      </dgm:prSet>
      <dgm:spPr/>
    </dgm:pt>
    <dgm:pt modelId="{81E0AEED-FE80-4AB5-9C0E-A26F55B6BEAA}" type="pres">
      <dgm:prSet presAssocID="{6F8A971C-3429-48BC-8CE5-417DA1CDA767}" presName="spaceBetweenRectangles" presStyleCnt="0"/>
      <dgm:spPr/>
    </dgm:pt>
    <dgm:pt modelId="{70355378-0836-42EF-9AEC-A73426659C30}" type="pres">
      <dgm:prSet presAssocID="{F0673E85-0D5D-4106-9616-70F0382971DC}" presName="parentLin" presStyleCnt="0"/>
      <dgm:spPr/>
    </dgm:pt>
    <dgm:pt modelId="{9F986863-5F46-4518-ACA2-73B8ADE8A729}" type="pres">
      <dgm:prSet presAssocID="{F0673E85-0D5D-4106-9616-70F0382971DC}" presName="parentLeftMargin" presStyleLbl="node1" presStyleIdx="1" presStyleCnt="4"/>
      <dgm:spPr/>
    </dgm:pt>
    <dgm:pt modelId="{F02FD345-1282-4CBE-B6C9-057F9D6F416C}" type="pres">
      <dgm:prSet presAssocID="{F0673E85-0D5D-4106-9616-70F0382971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C462547-B8EF-41F7-A347-7D4C9BCCDFC0}" type="pres">
      <dgm:prSet presAssocID="{F0673E85-0D5D-4106-9616-70F0382971DC}" presName="negativeSpace" presStyleCnt="0"/>
      <dgm:spPr/>
    </dgm:pt>
    <dgm:pt modelId="{C1715F1C-BF7A-46CA-994C-4762605DA647}" type="pres">
      <dgm:prSet presAssocID="{F0673E85-0D5D-4106-9616-70F0382971DC}" presName="childText" presStyleLbl="conFgAcc1" presStyleIdx="2" presStyleCnt="4">
        <dgm:presLayoutVars>
          <dgm:bulletEnabled val="1"/>
        </dgm:presLayoutVars>
      </dgm:prSet>
      <dgm:spPr/>
    </dgm:pt>
    <dgm:pt modelId="{8C795DE1-EC6B-4632-BA47-E407E33DEA06}" type="pres">
      <dgm:prSet presAssocID="{CA24A132-770B-4DAA-8DE9-833CE94D0071}" presName="spaceBetweenRectangles" presStyleCnt="0"/>
      <dgm:spPr/>
    </dgm:pt>
    <dgm:pt modelId="{31DD3A93-B292-4AB9-B764-F2CBC11B0779}" type="pres">
      <dgm:prSet presAssocID="{93483560-2417-429B-B235-EF2AA2998A24}" presName="parentLin" presStyleCnt="0"/>
      <dgm:spPr/>
    </dgm:pt>
    <dgm:pt modelId="{32AF1AB5-BBEF-4307-A783-C5CC9143DE7F}" type="pres">
      <dgm:prSet presAssocID="{93483560-2417-429B-B235-EF2AA2998A24}" presName="parentLeftMargin" presStyleLbl="node1" presStyleIdx="2" presStyleCnt="4"/>
      <dgm:spPr/>
    </dgm:pt>
    <dgm:pt modelId="{F799BA60-5248-4E73-9D5B-0C3218409886}" type="pres">
      <dgm:prSet presAssocID="{93483560-2417-429B-B235-EF2AA2998A2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2E5C392-D089-443E-A591-F3DE0B787F68}" type="pres">
      <dgm:prSet presAssocID="{93483560-2417-429B-B235-EF2AA2998A24}" presName="negativeSpace" presStyleCnt="0"/>
      <dgm:spPr/>
    </dgm:pt>
    <dgm:pt modelId="{4D583A5B-262E-4202-A7FD-CAC62ED1BC14}" type="pres">
      <dgm:prSet presAssocID="{93483560-2417-429B-B235-EF2AA2998A2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4E9BC09-EB70-46AE-BB25-B037E526C59F}" type="presOf" srcId="{8E434A66-25A9-4C8B-BA69-10D92023073E}" destId="{D18158F6-11CE-46EB-88E5-D84951008EE4}" srcOrd="1" destOrd="0" presId="urn:microsoft.com/office/officeart/2005/8/layout/list1"/>
    <dgm:cxn modelId="{28CC2211-93F1-4C2D-B178-68DA96602D8B}" srcId="{8E434A66-25A9-4C8B-BA69-10D92023073E}" destId="{6DE532F5-6BFD-43D3-8A1C-4C4B3AD69227}" srcOrd="1" destOrd="0" parTransId="{82B0DACE-91B7-4341-A39C-CF6D46E4792C}" sibTransId="{36623EB9-65E1-4E18-8809-3419FCF93929}"/>
    <dgm:cxn modelId="{EC721C1C-AE51-4323-84B0-6576454FB4F2}" type="presOf" srcId="{F0673E85-0D5D-4106-9616-70F0382971DC}" destId="{F02FD345-1282-4CBE-B6C9-057F9D6F416C}" srcOrd="1" destOrd="0" presId="urn:microsoft.com/office/officeart/2005/8/layout/list1"/>
    <dgm:cxn modelId="{86533224-ACB0-4C10-BB01-E2260D64C09D}" srcId="{F0673E85-0D5D-4106-9616-70F0382971DC}" destId="{7A56C12C-10F2-45A0-96BA-08746D53FCEE}" srcOrd="0" destOrd="0" parTransId="{75C92122-5BB4-4654-81F8-0417758F9309}" sibTransId="{4650AE75-A465-427E-93D1-4C2D2F3FC5C9}"/>
    <dgm:cxn modelId="{692FCA26-2CC3-4D27-A76A-FDE698FE1B1F}" type="presOf" srcId="{EB44DA09-9688-45E0-AED2-4299B1756139}" destId="{E8911E51-C214-468B-9394-BA8400F25FF3}" srcOrd="0" destOrd="0" presId="urn:microsoft.com/office/officeart/2005/8/layout/list1"/>
    <dgm:cxn modelId="{42BC772D-7249-458F-B864-A23BAB95B8B4}" srcId="{93483560-2417-429B-B235-EF2AA2998A24}" destId="{FE9791D4-7BFF-4BAF-95BC-BCEAD1365C5E}" srcOrd="0" destOrd="0" parTransId="{B6A9422A-78D8-47F3-9377-0504EFBEBBC7}" sibTransId="{A9BE36B1-77C2-4787-AFC8-6B7D64C0D381}"/>
    <dgm:cxn modelId="{35C8B52E-2D56-4F1F-A615-852082DFF702}" type="presOf" srcId="{61826659-5E7B-4009-9D3D-3D379EDD7EDA}" destId="{C67C367A-B647-497B-B2DC-394E71347C26}" srcOrd="0" destOrd="0" presId="urn:microsoft.com/office/officeart/2005/8/layout/list1"/>
    <dgm:cxn modelId="{610A7339-FEF1-4337-A222-224788D08C9A}" srcId="{EB44DA09-9688-45E0-AED2-4299B1756139}" destId="{DEBC596A-622B-4A76-9A13-BDE06FCE3C9E}" srcOrd="0" destOrd="0" parTransId="{A0179350-9A2B-409A-AC6B-D0D90ACED8CB}" sibTransId="{DD459894-C78E-4C42-8F5E-065F18D2A9FA}"/>
    <dgm:cxn modelId="{663E1B3A-BA0C-4BE1-A565-BE1BC646612F}" srcId="{8E434A66-25A9-4C8B-BA69-10D92023073E}" destId="{4EB7CA63-2E94-4C24-897A-B5A2E37A4D26}" srcOrd="0" destOrd="0" parTransId="{E392517F-CD3F-4520-837A-367A35775AF3}" sibTransId="{26250FAE-8AF9-4BC3-9C7B-5D6702A24F3B}"/>
    <dgm:cxn modelId="{25E6ED61-804C-479F-BF43-21CF0B04609C}" type="presOf" srcId="{EB44DA09-9688-45E0-AED2-4299B1756139}" destId="{6064A1D2-3740-4A9A-B995-8B6FFDC7B964}" srcOrd="1" destOrd="0" presId="urn:microsoft.com/office/officeart/2005/8/layout/list1"/>
    <dgm:cxn modelId="{261C8066-3DB6-4B9A-97F3-DFE9F63BB950}" srcId="{61826659-5E7B-4009-9D3D-3D379EDD7EDA}" destId="{EB44DA09-9688-45E0-AED2-4299B1756139}" srcOrd="0" destOrd="0" parTransId="{250E0A75-B7A1-4835-A1BB-44C54F3F54DC}" sibTransId="{A59D1A3D-4E72-4176-9604-7714A6BE9EAE}"/>
    <dgm:cxn modelId="{148B054A-CD3E-467E-8835-4F2057F19F49}" srcId="{61826659-5E7B-4009-9D3D-3D379EDD7EDA}" destId="{8E434A66-25A9-4C8B-BA69-10D92023073E}" srcOrd="1" destOrd="0" parTransId="{0C34A8D6-19B8-428D-8F35-00A41237B455}" sibTransId="{6F8A971C-3429-48BC-8CE5-417DA1CDA767}"/>
    <dgm:cxn modelId="{0FD2074E-31EE-468C-88CF-C07D76B3C363}" srcId="{F0673E85-0D5D-4106-9616-70F0382971DC}" destId="{9B61F040-5512-45C5-AF22-9B6418DADD83}" srcOrd="1" destOrd="0" parTransId="{9293FB1A-3365-4C6D-ADF4-ACF884417BA7}" sibTransId="{CFFE4518-DAD9-4D51-9604-F959DA3D67D8}"/>
    <dgm:cxn modelId="{DFE43872-953B-4839-A530-DBF8090A9766}" type="presOf" srcId="{767C917F-0ADB-48DA-BF30-35B9A68EDB07}" destId="{4D583A5B-262E-4202-A7FD-CAC62ED1BC14}" srcOrd="0" destOrd="1" presId="urn:microsoft.com/office/officeart/2005/8/layout/list1"/>
    <dgm:cxn modelId="{D22DD776-D7E1-48D3-8F14-754FA0A530A6}" srcId="{EB44DA09-9688-45E0-AED2-4299B1756139}" destId="{F3022A81-2EF3-42E9-B618-A43E67B75A68}" srcOrd="1" destOrd="0" parTransId="{F8041950-AE06-4BBC-B3C4-806C91956094}" sibTransId="{B4CBEACB-0BD7-49E5-9734-91F2A22A349B}"/>
    <dgm:cxn modelId="{54922385-42DF-4580-8205-AF6CBFE9D436}" type="presOf" srcId="{8E434A66-25A9-4C8B-BA69-10D92023073E}" destId="{AFCEF0AD-0801-4AAA-9276-57DCCEAF04B8}" srcOrd="0" destOrd="0" presId="urn:microsoft.com/office/officeart/2005/8/layout/list1"/>
    <dgm:cxn modelId="{A1684587-0240-4D6C-A641-DC55EEB8E6D2}" type="presOf" srcId="{9B61F040-5512-45C5-AF22-9B6418DADD83}" destId="{C1715F1C-BF7A-46CA-994C-4762605DA647}" srcOrd="0" destOrd="1" presId="urn:microsoft.com/office/officeart/2005/8/layout/list1"/>
    <dgm:cxn modelId="{B8DB8B8F-E640-4D65-BAF1-D5D4BD6E4094}" type="presOf" srcId="{FE9791D4-7BFF-4BAF-95BC-BCEAD1365C5E}" destId="{4D583A5B-262E-4202-A7FD-CAC62ED1BC14}" srcOrd="0" destOrd="0" presId="urn:microsoft.com/office/officeart/2005/8/layout/list1"/>
    <dgm:cxn modelId="{5772E8A9-99C6-40B4-94A0-AFC0534F739F}" type="presOf" srcId="{F3022A81-2EF3-42E9-B618-A43E67B75A68}" destId="{BDC91363-2834-4177-A4E0-786950272D73}" srcOrd="0" destOrd="1" presId="urn:microsoft.com/office/officeart/2005/8/layout/list1"/>
    <dgm:cxn modelId="{D95714AD-4767-43C1-9B8C-FFD44F59BB7E}" type="presOf" srcId="{4EB7CA63-2E94-4C24-897A-B5A2E37A4D26}" destId="{22045E39-ABEA-4442-AC52-0DD9BE99E0F3}" srcOrd="0" destOrd="0" presId="urn:microsoft.com/office/officeart/2005/8/layout/list1"/>
    <dgm:cxn modelId="{13BD8BB4-1132-4C96-A02F-4EB18B5F28CD}" srcId="{93483560-2417-429B-B235-EF2AA2998A24}" destId="{767C917F-0ADB-48DA-BF30-35B9A68EDB07}" srcOrd="1" destOrd="0" parTransId="{9AE6E4F6-24B7-4312-9BE4-EA6FA01D600C}" sibTransId="{2EE7DF03-FB7F-41EB-8E77-6523EC9CF999}"/>
    <dgm:cxn modelId="{CAD174C4-4E9D-46F5-8FEB-D944F4D119D8}" type="presOf" srcId="{93483560-2417-429B-B235-EF2AA2998A24}" destId="{F799BA60-5248-4E73-9D5B-0C3218409886}" srcOrd="1" destOrd="0" presId="urn:microsoft.com/office/officeart/2005/8/layout/list1"/>
    <dgm:cxn modelId="{B5A03BCA-DEBE-4BCA-B6C0-9D0ECA22627F}" srcId="{61826659-5E7B-4009-9D3D-3D379EDD7EDA}" destId="{F0673E85-0D5D-4106-9616-70F0382971DC}" srcOrd="2" destOrd="0" parTransId="{3DE28D89-E5AA-4070-B5FA-C73DC2B43864}" sibTransId="{CA24A132-770B-4DAA-8DE9-833CE94D0071}"/>
    <dgm:cxn modelId="{4884C0D1-DFC3-4096-81A0-69B4CD74B544}" type="presOf" srcId="{7A56C12C-10F2-45A0-96BA-08746D53FCEE}" destId="{C1715F1C-BF7A-46CA-994C-4762605DA647}" srcOrd="0" destOrd="0" presId="urn:microsoft.com/office/officeart/2005/8/layout/list1"/>
    <dgm:cxn modelId="{74D9A2DD-8A86-4DF6-B069-3A265EDCC077}" srcId="{61826659-5E7B-4009-9D3D-3D379EDD7EDA}" destId="{93483560-2417-429B-B235-EF2AA2998A24}" srcOrd="3" destOrd="0" parTransId="{DD5A1428-0149-426B-860E-0AF0DE233890}" sibTransId="{5C02BDA6-F22B-4442-8254-A7EECBE66ED0}"/>
    <dgm:cxn modelId="{5F3DFCE1-1D0F-4883-89B8-1086B0062A6F}" type="presOf" srcId="{93483560-2417-429B-B235-EF2AA2998A24}" destId="{32AF1AB5-BBEF-4307-A783-C5CC9143DE7F}" srcOrd="0" destOrd="0" presId="urn:microsoft.com/office/officeart/2005/8/layout/list1"/>
    <dgm:cxn modelId="{17252CE3-C280-4FF2-AD5A-5F446DD2C25D}" type="presOf" srcId="{F0673E85-0D5D-4106-9616-70F0382971DC}" destId="{9F986863-5F46-4518-ACA2-73B8ADE8A729}" srcOrd="0" destOrd="0" presId="urn:microsoft.com/office/officeart/2005/8/layout/list1"/>
    <dgm:cxn modelId="{A8B226E9-07B1-4D87-83D6-6B79B5D179C1}" type="presOf" srcId="{DEBC596A-622B-4A76-9A13-BDE06FCE3C9E}" destId="{BDC91363-2834-4177-A4E0-786950272D73}" srcOrd="0" destOrd="0" presId="urn:microsoft.com/office/officeart/2005/8/layout/list1"/>
    <dgm:cxn modelId="{3B7A0CF5-12F2-48C0-A2CF-8B68AD79A30D}" type="presOf" srcId="{6DE532F5-6BFD-43D3-8A1C-4C4B3AD69227}" destId="{22045E39-ABEA-4442-AC52-0DD9BE99E0F3}" srcOrd="0" destOrd="1" presId="urn:microsoft.com/office/officeart/2005/8/layout/list1"/>
    <dgm:cxn modelId="{CE8DE5A6-B54F-4B02-833C-91C6781D8669}" type="presParOf" srcId="{C67C367A-B647-497B-B2DC-394E71347C26}" destId="{67C8D23E-3A0B-42B0-83C8-A4D38CB6B333}" srcOrd="0" destOrd="0" presId="urn:microsoft.com/office/officeart/2005/8/layout/list1"/>
    <dgm:cxn modelId="{7C22EED1-FC40-473F-BDB0-AE85FA9E34F5}" type="presParOf" srcId="{67C8D23E-3A0B-42B0-83C8-A4D38CB6B333}" destId="{E8911E51-C214-468B-9394-BA8400F25FF3}" srcOrd="0" destOrd="0" presId="urn:microsoft.com/office/officeart/2005/8/layout/list1"/>
    <dgm:cxn modelId="{2D870FAD-D853-4E67-9757-A4E174EA8BDB}" type="presParOf" srcId="{67C8D23E-3A0B-42B0-83C8-A4D38CB6B333}" destId="{6064A1D2-3740-4A9A-B995-8B6FFDC7B964}" srcOrd="1" destOrd="0" presId="urn:microsoft.com/office/officeart/2005/8/layout/list1"/>
    <dgm:cxn modelId="{4EC1AE3C-0919-47B6-BF20-E44C661D4148}" type="presParOf" srcId="{C67C367A-B647-497B-B2DC-394E71347C26}" destId="{59D1AE11-3B48-4617-9CD3-BABD3EED2231}" srcOrd="1" destOrd="0" presId="urn:microsoft.com/office/officeart/2005/8/layout/list1"/>
    <dgm:cxn modelId="{6EAA8536-7CD4-4273-98E7-8078200D4462}" type="presParOf" srcId="{C67C367A-B647-497B-B2DC-394E71347C26}" destId="{BDC91363-2834-4177-A4E0-786950272D73}" srcOrd="2" destOrd="0" presId="urn:microsoft.com/office/officeart/2005/8/layout/list1"/>
    <dgm:cxn modelId="{DDE0F15D-D200-4558-8CD8-449AA09423BD}" type="presParOf" srcId="{C67C367A-B647-497B-B2DC-394E71347C26}" destId="{F8EEF903-42E2-46AB-8E9E-058E96F38862}" srcOrd="3" destOrd="0" presId="urn:microsoft.com/office/officeart/2005/8/layout/list1"/>
    <dgm:cxn modelId="{121595A3-92D9-4461-86A4-73D9DAB51890}" type="presParOf" srcId="{C67C367A-B647-497B-B2DC-394E71347C26}" destId="{FA838E0D-3B6B-446C-81C5-DAFDF0A0F229}" srcOrd="4" destOrd="0" presId="urn:microsoft.com/office/officeart/2005/8/layout/list1"/>
    <dgm:cxn modelId="{D2C0F36E-8594-4630-9AD4-757A4E80DABA}" type="presParOf" srcId="{FA838E0D-3B6B-446C-81C5-DAFDF0A0F229}" destId="{AFCEF0AD-0801-4AAA-9276-57DCCEAF04B8}" srcOrd="0" destOrd="0" presId="urn:microsoft.com/office/officeart/2005/8/layout/list1"/>
    <dgm:cxn modelId="{8BD8B44D-C5F8-4C09-A905-5A841DEF4BAE}" type="presParOf" srcId="{FA838E0D-3B6B-446C-81C5-DAFDF0A0F229}" destId="{D18158F6-11CE-46EB-88E5-D84951008EE4}" srcOrd="1" destOrd="0" presId="urn:microsoft.com/office/officeart/2005/8/layout/list1"/>
    <dgm:cxn modelId="{5B193BA8-5E27-4A6B-ACFA-EF26EEA8045A}" type="presParOf" srcId="{C67C367A-B647-497B-B2DC-394E71347C26}" destId="{4356688A-A078-44B0-A6F5-0565953D8473}" srcOrd="5" destOrd="0" presId="urn:microsoft.com/office/officeart/2005/8/layout/list1"/>
    <dgm:cxn modelId="{7BEF62DB-F534-4496-A013-B7B3733A19DD}" type="presParOf" srcId="{C67C367A-B647-497B-B2DC-394E71347C26}" destId="{22045E39-ABEA-4442-AC52-0DD9BE99E0F3}" srcOrd="6" destOrd="0" presId="urn:microsoft.com/office/officeart/2005/8/layout/list1"/>
    <dgm:cxn modelId="{85BECDB5-8809-498A-81DD-FE1411EEA907}" type="presParOf" srcId="{C67C367A-B647-497B-B2DC-394E71347C26}" destId="{81E0AEED-FE80-4AB5-9C0E-A26F55B6BEAA}" srcOrd="7" destOrd="0" presId="urn:microsoft.com/office/officeart/2005/8/layout/list1"/>
    <dgm:cxn modelId="{D26F7F78-23D3-41FF-ABEF-C4C02CF56AE7}" type="presParOf" srcId="{C67C367A-B647-497B-B2DC-394E71347C26}" destId="{70355378-0836-42EF-9AEC-A73426659C30}" srcOrd="8" destOrd="0" presId="urn:microsoft.com/office/officeart/2005/8/layout/list1"/>
    <dgm:cxn modelId="{BEC419D3-06A4-43A8-A1DD-25683AF2B033}" type="presParOf" srcId="{70355378-0836-42EF-9AEC-A73426659C30}" destId="{9F986863-5F46-4518-ACA2-73B8ADE8A729}" srcOrd="0" destOrd="0" presId="urn:microsoft.com/office/officeart/2005/8/layout/list1"/>
    <dgm:cxn modelId="{4FFA878E-8799-4755-B113-57E4DC882EC0}" type="presParOf" srcId="{70355378-0836-42EF-9AEC-A73426659C30}" destId="{F02FD345-1282-4CBE-B6C9-057F9D6F416C}" srcOrd="1" destOrd="0" presId="urn:microsoft.com/office/officeart/2005/8/layout/list1"/>
    <dgm:cxn modelId="{60C4B581-2CE5-429D-982E-C448E91820FE}" type="presParOf" srcId="{C67C367A-B647-497B-B2DC-394E71347C26}" destId="{CC462547-B8EF-41F7-A347-7D4C9BCCDFC0}" srcOrd="9" destOrd="0" presId="urn:microsoft.com/office/officeart/2005/8/layout/list1"/>
    <dgm:cxn modelId="{02BC1D36-4A2C-4216-9832-E6221ABE6746}" type="presParOf" srcId="{C67C367A-B647-497B-B2DC-394E71347C26}" destId="{C1715F1C-BF7A-46CA-994C-4762605DA647}" srcOrd="10" destOrd="0" presId="urn:microsoft.com/office/officeart/2005/8/layout/list1"/>
    <dgm:cxn modelId="{C1E0B988-F30B-43B4-B4B6-F9480F317AE2}" type="presParOf" srcId="{C67C367A-B647-497B-B2DC-394E71347C26}" destId="{8C795DE1-EC6B-4632-BA47-E407E33DEA06}" srcOrd="11" destOrd="0" presId="urn:microsoft.com/office/officeart/2005/8/layout/list1"/>
    <dgm:cxn modelId="{4CB0B603-4706-433C-A822-FC8D5CA859F6}" type="presParOf" srcId="{C67C367A-B647-497B-B2DC-394E71347C26}" destId="{31DD3A93-B292-4AB9-B764-F2CBC11B0779}" srcOrd="12" destOrd="0" presId="urn:microsoft.com/office/officeart/2005/8/layout/list1"/>
    <dgm:cxn modelId="{20115AEC-1704-4214-9129-3B69ED367E98}" type="presParOf" srcId="{31DD3A93-B292-4AB9-B764-F2CBC11B0779}" destId="{32AF1AB5-BBEF-4307-A783-C5CC9143DE7F}" srcOrd="0" destOrd="0" presId="urn:microsoft.com/office/officeart/2005/8/layout/list1"/>
    <dgm:cxn modelId="{2325C932-EE55-4E0E-B7D5-0C2100108BF0}" type="presParOf" srcId="{31DD3A93-B292-4AB9-B764-F2CBC11B0779}" destId="{F799BA60-5248-4E73-9D5B-0C3218409886}" srcOrd="1" destOrd="0" presId="urn:microsoft.com/office/officeart/2005/8/layout/list1"/>
    <dgm:cxn modelId="{36FA0B48-E30B-4344-ABD4-C60C77EA16A7}" type="presParOf" srcId="{C67C367A-B647-497B-B2DC-394E71347C26}" destId="{A2E5C392-D089-443E-A591-F3DE0B787F68}" srcOrd="13" destOrd="0" presId="urn:microsoft.com/office/officeart/2005/8/layout/list1"/>
    <dgm:cxn modelId="{210340FE-2D67-4FF9-9DF6-1B052C6A23B2}" type="presParOf" srcId="{C67C367A-B647-497B-B2DC-394E71347C26}" destId="{4D583A5B-262E-4202-A7FD-CAC62ED1BC1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CA7B9F-EE03-47DC-9EF7-9CBD829D182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449A8E-A08E-42F1-BA48-B7E9E374D236}">
      <dgm:prSet/>
      <dgm:spPr/>
      <dgm:t>
        <a:bodyPr/>
        <a:lstStyle/>
        <a:p>
          <a:r>
            <a:rPr lang="en-US"/>
            <a:t>Must have controls</a:t>
          </a:r>
        </a:p>
      </dgm:t>
    </dgm:pt>
    <dgm:pt modelId="{9465270E-AF28-4DE2-BD2A-79019DBA0FF8}" type="parTrans" cxnId="{0B425CB3-C230-4FDA-9037-B83E05D017BD}">
      <dgm:prSet/>
      <dgm:spPr/>
      <dgm:t>
        <a:bodyPr/>
        <a:lstStyle/>
        <a:p>
          <a:endParaRPr lang="en-US"/>
        </a:p>
      </dgm:t>
    </dgm:pt>
    <dgm:pt modelId="{6305982B-D175-4BFB-BC4D-291C4955982C}" type="sibTrans" cxnId="{0B425CB3-C230-4FDA-9037-B83E05D017BD}">
      <dgm:prSet/>
      <dgm:spPr/>
      <dgm:t>
        <a:bodyPr/>
        <a:lstStyle/>
        <a:p>
          <a:endParaRPr lang="en-US"/>
        </a:p>
      </dgm:t>
    </dgm:pt>
    <dgm:pt modelId="{BEAC2512-19E0-437C-A100-8B7339E0882D}">
      <dgm:prSet/>
      <dgm:spPr/>
      <dgm:t>
        <a:bodyPr/>
        <a:lstStyle/>
        <a:p>
          <a:r>
            <a:rPr lang="en-US"/>
            <a:t>Enforce MFA for all members &amp; outside collaborators</a:t>
          </a:r>
        </a:p>
      </dgm:t>
    </dgm:pt>
    <dgm:pt modelId="{270336B9-76FB-4835-9D2D-2BE275F02787}" type="parTrans" cxnId="{88C06A5C-7575-4BEE-8D3B-BFDCADC199F3}">
      <dgm:prSet/>
      <dgm:spPr/>
      <dgm:t>
        <a:bodyPr/>
        <a:lstStyle/>
        <a:p>
          <a:endParaRPr lang="en-US"/>
        </a:p>
      </dgm:t>
    </dgm:pt>
    <dgm:pt modelId="{2D18258E-5496-456F-BF23-84984A831229}" type="sibTrans" cxnId="{88C06A5C-7575-4BEE-8D3B-BFDCADC199F3}">
      <dgm:prSet/>
      <dgm:spPr/>
      <dgm:t>
        <a:bodyPr/>
        <a:lstStyle/>
        <a:p>
          <a:endParaRPr lang="en-US"/>
        </a:p>
      </dgm:t>
    </dgm:pt>
    <dgm:pt modelId="{6E44DEF7-E4FE-4DCD-BB1B-B9D3D4A5F119}">
      <dgm:prSet/>
      <dgm:spPr/>
      <dgm:t>
        <a:bodyPr/>
        <a:lstStyle/>
        <a:p>
          <a:r>
            <a:rPr lang="en-US"/>
            <a:t>Least privilege: role-based teams, minimal write/admin</a:t>
          </a:r>
        </a:p>
      </dgm:t>
    </dgm:pt>
    <dgm:pt modelId="{88C732E9-CCA2-45DB-AAEB-BE8E93AEF1E3}" type="parTrans" cxnId="{7BFF76AD-1247-460E-A514-471ADC67B1C4}">
      <dgm:prSet/>
      <dgm:spPr/>
      <dgm:t>
        <a:bodyPr/>
        <a:lstStyle/>
        <a:p>
          <a:endParaRPr lang="en-US"/>
        </a:p>
      </dgm:t>
    </dgm:pt>
    <dgm:pt modelId="{348B8F0D-9800-4C04-A82E-6983B3097263}" type="sibTrans" cxnId="{7BFF76AD-1247-460E-A514-471ADC67B1C4}">
      <dgm:prSet/>
      <dgm:spPr/>
      <dgm:t>
        <a:bodyPr/>
        <a:lstStyle/>
        <a:p>
          <a:endParaRPr lang="en-US"/>
        </a:p>
      </dgm:t>
    </dgm:pt>
    <dgm:pt modelId="{085975EC-73E2-4825-AF55-A0EB24DE9811}">
      <dgm:prSet/>
      <dgm:spPr/>
      <dgm:t>
        <a:bodyPr/>
        <a:lstStyle/>
        <a:p>
          <a:r>
            <a:rPr lang="en-US"/>
            <a:t>Prefer short-lived, scoped tokens</a:t>
          </a:r>
        </a:p>
      </dgm:t>
    </dgm:pt>
    <dgm:pt modelId="{387EE0DE-91D4-4B78-AC00-7F2C72D52F4D}" type="parTrans" cxnId="{CFA7846E-C9C4-4A16-B61E-0F34D5C2BB36}">
      <dgm:prSet/>
      <dgm:spPr/>
      <dgm:t>
        <a:bodyPr/>
        <a:lstStyle/>
        <a:p>
          <a:endParaRPr lang="en-US"/>
        </a:p>
      </dgm:t>
    </dgm:pt>
    <dgm:pt modelId="{3F70DC71-C530-4EC5-96C7-1C6BCC96B9AD}" type="sibTrans" cxnId="{CFA7846E-C9C4-4A16-B61E-0F34D5C2BB36}">
      <dgm:prSet/>
      <dgm:spPr/>
      <dgm:t>
        <a:bodyPr/>
        <a:lstStyle/>
        <a:p>
          <a:endParaRPr lang="en-US"/>
        </a:p>
      </dgm:t>
    </dgm:pt>
    <dgm:pt modelId="{B8BE02E6-7058-435F-BE1A-4DA1F79A0BD8}">
      <dgm:prSet/>
      <dgm:spPr/>
      <dgm:t>
        <a:bodyPr/>
        <a:lstStyle/>
        <a:p>
          <a:r>
            <a:rPr lang="en-US"/>
            <a:t>Rotate &amp; revoke tokens</a:t>
          </a:r>
        </a:p>
      </dgm:t>
    </dgm:pt>
    <dgm:pt modelId="{07E45F1F-08C0-4A19-92B8-668B9F97AC0C}" type="parTrans" cxnId="{A95B085C-12D4-4288-8303-E9C7166D6CC3}">
      <dgm:prSet/>
      <dgm:spPr/>
      <dgm:t>
        <a:bodyPr/>
        <a:lstStyle/>
        <a:p>
          <a:endParaRPr lang="en-US"/>
        </a:p>
      </dgm:t>
    </dgm:pt>
    <dgm:pt modelId="{FE853617-80A5-454B-8612-2E2CB7530BDE}" type="sibTrans" cxnId="{A95B085C-12D4-4288-8303-E9C7166D6CC3}">
      <dgm:prSet/>
      <dgm:spPr/>
      <dgm:t>
        <a:bodyPr/>
        <a:lstStyle/>
        <a:p>
          <a:endParaRPr lang="en-US"/>
        </a:p>
      </dgm:t>
    </dgm:pt>
    <dgm:pt modelId="{163FC5B0-E712-4B54-A2F6-DAA34D21A681}">
      <dgm:prSet/>
      <dgm:spPr/>
      <dgm:t>
        <a:bodyPr/>
        <a:lstStyle/>
        <a:p>
          <a:r>
            <a:rPr lang="en-US"/>
            <a:t>Provider features to enable</a:t>
          </a:r>
        </a:p>
      </dgm:t>
    </dgm:pt>
    <dgm:pt modelId="{A0E697AD-33DE-4F42-99F5-2816D6527599}" type="parTrans" cxnId="{944774ED-B234-4B19-8A49-F3ED583E87BC}">
      <dgm:prSet/>
      <dgm:spPr/>
      <dgm:t>
        <a:bodyPr/>
        <a:lstStyle/>
        <a:p>
          <a:endParaRPr lang="en-US"/>
        </a:p>
      </dgm:t>
    </dgm:pt>
    <dgm:pt modelId="{24DFD856-3AF7-4C28-AA94-8610283E71EA}" type="sibTrans" cxnId="{944774ED-B234-4B19-8A49-F3ED583E87BC}">
      <dgm:prSet/>
      <dgm:spPr/>
      <dgm:t>
        <a:bodyPr/>
        <a:lstStyle/>
        <a:p>
          <a:endParaRPr lang="en-US"/>
        </a:p>
      </dgm:t>
    </dgm:pt>
    <dgm:pt modelId="{5BA2AE3B-6882-4528-9427-14E157CAF6F3}">
      <dgm:prSet/>
      <dgm:spPr/>
      <dgm:t>
        <a:bodyPr/>
        <a:lstStyle/>
        <a:p>
          <a:r>
            <a:rPr lang="en-US"/>
            <a:t>Require organization-wide 2FA authentication</a:t>
          </a:r>
        </a:p>
      </dgm:t>
    </dgm:pt>
    <dgm:pt modelId="{42B3B66C-9D6B-4D9E-8B7E-E6627C6F045D}" type="parTrans" cxnId="{C392DFE3-A802-4A50-BAE0-C28DB5470F3B}">
      <dgm:prSet/>
      <dgm:spPr/>
      <dgm:t>
        <a:bodyPr/>
        <a:lstStyle/>
        <a:p>
          <a:endParaRPr lang="en-US"/>
        </a:p>
      </dgm:t>
    </dgm:pt>
    <dgm:pt modelId="{91C9E8B0-EB15-417C-87C7-86E824AED094}" type="sibTrans" cxnId="{C392DFE3-A802-4A50-BAE0-C28DB5470F3B}">
      <dgm:prSet/>
      <dgm:spPr/>
      <dgm:t>
        <a:bodyPr/>
        <a:lstStyle/>
        <a:p>
          <a:endParaRPr lang="en-US"/>
        </a:p>
      </dgm:t>
    </dgm:pt>
    <dgm:pt modelId="{6D57098B-35A4-40A2-9A29-4AF8FAA97EA9}">
      <dgm:prSet/>
      <dgm:spPr/>
      <dgm:t>
        <a:bodyPr/>
        <a:lstStyle/>
        <a:p>
          <a:r>
            <a:rPr lang="en-US"/>
            <a:t>Constrain API credentials to specific repos</a:t>
          </a:r>
        </a:p>
      </dgm:t>
    </dgm:pt>
    <dgm:pt modelId="{490D09BF-9B41-4E6C-8961-B17677D2D3F1}" type="parTrans" cxnId="{AB58B326-F2A8-422F-A0E8-4EC4C46D11E6}">
      <dgm:prSet/>
      <dgm:spPr/>
      <dgm:t>
        <a:bodyPr/>
        <a:lstStyle/>
        <a:p>
          <a:endParaRPr lang="en-US"/>
        </a:p>
      </dgm:t>
    </dgm:pt>
    <dgm:pt modelId="{5DA5BFF3-E146-4DF6-A495-B98ED463CC0F}" type="sibTrans" cxnId="{AB58B326-F2A8-422F-A0E8-4EC4C46D11E6}">
      <dgm:prSet/>
      <dgm:spPr/>
      <dgm:t>
        <a:bodyPr/>
        <a:lstStyle/>
        <a:p>
          <a:endParaRPr lang="en-US"/>
        </a:p>
      </dgm:t>
    </dgm:pt>
    <dgm:pt modelId="{18B1EB0F-B238-405B-A537-C412F40781CF}">
      <dgm:prSet/>
      <dgm:spPr/>
      <dgm:t>
        <a:bodyPr/>
        <a:lstStyle/>
        <a:p>
          <a:r>
            <a:rPr lang="en-US"/>
            <a:t>Use token policies</a:t>
          </a:r>
        </a:p>
      </dgm:t>
    </dgm:pt>
    <dgm:pt modelId="{D57A4D4D-EA7C-4007-9A56-77CAD1955ED6}" type="parTrans" cxnId="{5CED34CD-4A34-4A05-BEAC-7CF765DD470E}">
      <dgm:prSet/>
      <dgm:spPr/>
      <dgm:t>
        <a:bodyPr/>
        <a:lstStyle/>
        <a:p>
          <a:endParaRPr lang="en-US"/>
        </a:p>
      </dgm:t>
    </dgm:pt>
    <dgm:pt modelId="{C8DEB00C-A5B5-40B1-ACEA-34830E9E35F9}" type="sibTrans" cxnId="{5CED34CD-4A34-4A05-BEAC-7CF765DD470E}">
      <dgm:prSet/>
      <dgm:spPr/>
      <dgm:t>
        <a:bodyPr/>
        <a:lstStyle/>
        <a:p>
          <a:endParaRPr lang="en-US"/>
        </a:p>
      </dgm:t>
    </dgm:pt>
    <dgm:pt modelId="{9E3263CF-CC88-448D-933A-E9FD9666E270}">
      <dgm:prSet/>
      <dgm:spPr/>
      <dgm:t>
        <a:bodyPr/>
        <a:lstStyle/>
        <a:p>
          <a:r>
            <a:rPr lang="en-US"/>
            <a:t>Use bots/service accounts with scoped access</a:t>
          </a:r>
        </a:p>
      </dgm:t>
    </dgm:pt>
    <dgm:pt modelId="{6015672B-C70D-41EF-AA5E-91CC1C4FF891}" type="parTrans" cxnId="{189C37C3-EC52-471F-AB18-405998704A48}">
      <dgm:prSet/>
      <dgm:spPr/>
      <dgm:t>
        <a:bodyPr/>
        <a:lstStyle/>
        <a:p>
          <a:endParaRPr lang="en-US"/>
        </a:p>
      </dgm:t>
    </dgm:pt>
    <dgm:pt modelId="{397AE71D-571E-47FB-8952-751346541217}" type="sibTrans" cxnId="{189C37C3-EC52-471F-AB18-405998704A48}">
      <dgm:prSet/>
      <dgm:spPr/>
      <dgm:t>
        <a:bodyPr/>
        <a:lstStyle/>
        <a:p>
          <a:endParaRPr lang="en-US"/>
        </a:p>
      </dgm:t>
    </dgm:pt>
    <dgm:pt modelId="{B2CFDCF4-DB0D-4A86-8744-804BDD5201B4}" type="pres">
      <dgm:prSet presAssocID="{C5CA7B9F-EE03-47DC-9EF7-9CBD829D1825}" presName="linear" presStyleCnt="0">
        <dgm:presLayoutVars>
          <dgm:dir/>
          <dgm:animLvl val="lvl"/>
          <dgm:resizeHandles val="exact"/>
        </dgm:presLayoutVars>
      </dgm:prSet>
      <dgm:spPr/>
    </dgm:pt>
    <dgm:pt modelId="{793E19B9-8CD8-4E6B-83A7-3D6FD166CF2F}" type="pres">
      <dgm:prSet presAssocID="{25449A8E-A08E-42F1-BA48-B7E9E374D236}" presName="parentLin" presStyleCnt="0"/>
      <dgm:spPr/>
    </dgm:pt>
    <dgm:pt modelId="{0A82628A-E8B1-4FA6-8DEB-56848BFEFBBF}" type="pres">
      <dgm:prSet presAssocID="{25449A8E-A08E-42F1-BA48-B7E9E374D236}" presName="parentLeftMargin" presStyleLbl="node1" presStyleIdx="0" presStyleCnt="2"/>
      <dgm:spPr/>
    </dgm:pt>
    <dgm:pt modelId="{12C1EE28-DFDC-4B11-BB8A-F385E6CAF076}" type="pres">
      <dgm:prSet presAssocID="{25449A8E-A08E-42F1-BA48-B7E9E374D23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B041D3D-6C79-4404-B1CF-DEA2FF804EF8}" type="pres">
      <dgm:prSet presAssocID="{25449A8E-A08E-42F1-BA48-B7E9E374D236}" presName="negativeSpace" presStyleCnt="0"/>
      <dgm:spPr/>
    </dgm:pt>
    <dgm:pt modelId="{4742D3E4-9C12-41D8-B11E-F15F7D05482D}" type="pres">
      <dgm:prSet presAssocID="{25449A8E-A08E-42F1-BA48-B7E9E374D236}" presName="childText" presStyleLbl="conFgAcc1" presStyleIdx="0" presStyleCnt="2">
        <dgm:presLayoutVars>
          <dgm:bulletEnabled val="1"/>
        </dgm:presLayoutVars>
      </dgm:prSet>
      <dgm:spPr/>
    </dgm:pt>
    <dgm:pt modelId="{7D0F2134-DE40-41E0-99DB-737D5B6AF45F}" type="pres">
      <dgm:prSet presAssocID="{6305982B-D175-4BFB-BC4D-291C4955982C}" presName="spaceBetweenRectangles" presStyleCnt="0"/>
      <dgm:spPr/>
    </dgm:pt>
    <dgm:pt modelId="{81C9A633-E9F8-4940-9565-C4501502D835}" type="pres">
      <dgm:prSet presAssocID="{163FC5B0-E712-4B54-A2F6-DAA34D21A681}" presName="parentLin" presStyleCnt="0"/>
      <dgm:spPr/>
    </dgm:pt>
    <dgm:pt modelId="{7ADB3CF1-8D5D-4911-9D52-B8FB5CC86936}" type="pres">
      <dgm:prSet presAssocID="{163FC5B0-E712-4B54-A2F6-DAA34D21A681}" presName="parentLeftMargin" presStyleLbl="node1" presStyleIdx="0" presStyleCnt="2"/>
      <dgm:spPr/>
    </dgm:pt>
    <dgm:pt modelId="{2027ABAD-2059-49AE-A164-6B3FB2FCDAC8}" type="pres">
      <dgm:prSet presAssocID="{163FC5B0-E712-4B54-A2F6-DAA34D21A68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C87CB04-87F2-472F-9561-09747EC012E4}" type="pres">
      <dgm:prSet presAssocID="{163FC5B0-E712-4B54-A2F6-DAA34D21A681}" presName="negativeSpace" presStyleCnt="0"/>
      <dgm:spPr/>
    </dgm:pt>
    <dgm:pt modelId="{CEBCD661-6471-4E6C-AB2F-BF0B823D3391}" type="pres">
      <dgm:prSet presAssocID="{163FC5B0-E712-4B54-A2F6-DAA34D21A68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C76EC02-31C0-4898-90D0-89C3AAF64F4A}" type="presOf" srcId="{25449A8E-A08E-42F1-BA48-B7E9E374D236}" destId="{0A82628A-E8B1-4FA6-8DEB-56848BFEFBBF}" srcOrd="0" destOrd="0" presId="urn:microsoft.com/office/officeart/2005/8/layout/list1"/>
    <dgm:cxn modelId="{2CBEC810-2E17-487A-8D52-5AB3394EBFD2}" type="presOf" srcId="{C5CA7B9F-EE03-47DC-9EF7-9CBD829D1825}" destId="{B2CFDCF4-DB0D-4A86-8744-804BDD5201B4}" srcOrd="0" destOrd="0" presId="urn:microsoft.com/office/officeart/2005/8/layout/list1"/>
    <dgm:cxn modelId="{E14BE121-71F5-403C-87DC-50B3E9458D55}" type="presOf" srcId="{9E3263CF-CC88-448D-933A-E9FD9666E270}" destId="{CEBCD661-6471-4E6C-AB2F-BF0B823D3391}" srcOrd="0" destOrd="3" presId="urn:microsoft.com/office/officeart/2005/8/layout/list1"/>
    <dgm:cxn modelId="{AB58B326-F2A8-422F-A0E8-4EC4C46D11E6}" srcId="{163FC5B0-E712-4B54-A2F6-DAA34D21A681}" destId="{6D57098B-35A4-40A2-9A29-4AF8FAA97EA9}" srcOrd="1" destOrd="0" parTransId="{490D09BF-9B41-4E6C-8961-B17677D2D3F1}" sibTransId="{5DA5BFF3-E146-4DF6-A495-B98ED463CC0F}"/>
    <dgm:cxn modelId="{CBFCF632-0715-481B-94FD-0F366FC01732}" type="presOf" srcId="{B8BE02E6-7058-435F-BE1A-4DA1F79A0BD8}" destId="{4742D3E4-9C12-41D8-B11E-F15F7D05482D}" srcOrd="0" destOrd="3" presId="urn:microsoft.com/office/officeart/2005/8/layout/list1"/>
    <dgm:cxn modelId="{8904BF34-EE30-4A39-8B04-14AF1C3CE2E7}" type="presOf" srcId="{085975EC-73E2-4825-AF55-A0EB24DE9811}" destId="{4742D3E4-9C12-41D8-B11E-F15F7D05482D}" srcOrd="0" destOrd="2" presId="urn:microsoft.com/office/officeart/2005/8/layout/list1"/>
    <dgm:cxn modelId="{A95B085C-12D4-4288-8303-E9C7166D6CC3}" srcId="{25449A8E-A08E-42F1-BA48-B7E9E374D236}" destId="{B8BE02E6-7058-435F-BE1A-4DA1F79A0BD8}" srcOrd="3" destOrd="0" parTransId="{07E45F1F-08C0-4A19-92B8-668B9F97AC0C}" sibTransId="{FE853617-80A5-454B-8612-2E2CB7530BDE}"/>
    <dgm:cxn modelId="{88C06A5C-7575-4BEE-8D3B-BFDCADC199F3}" srcId="{25449A8E-A08E-42F1-BA48-B7E9E374D236}" destId="{BEAC2512-19E0-437C-A100-8B7339E0882D}" srcOrd="0" destOrd="0" parTransId="{270336B9-76FB-4835-9D2D-2BE275F02787}" sibTransId="{2D18258E-5496-456F-BF23-84984A831229}"/>
    <dgm:cxn modelId="{4D2A4745-48DB-4816-942F-B653308B9098}" type="presOf" srcId="{6E44DEF7-E4FE-4DCD-BB1B-B9D3D4A5F119}" destId="{4742D3E4-9C12-41D8-B11E-F15F7D05482D}" srcOrd="0" destOrd="1" presId="urn:microsoft.com/office/officeart/2005/8/layout/list1"/>
    <dgm:cxn modelId="{CFA7846E-C9C4-4A16-B61E-0F34D5C2BB36}" srcId="{25449A8E-A08E-42F1-BA48-B7E9E374D236}" destId="{085975EC-73E2-4825-AF55-A0EB24DE9811}" srcOrd="2" destOrd="0" parTransId="{387EE0DE-91D4-4B78-AC00-7F2C72D52F4D}" sibTransId="{3F70DC71-C530-4EC5-96C7-1C6BCC96B9AD}"/>
    <dgm:cxn modelId="{363D1657-72E8-4311-9485-77A417AC32FB}" type="presOf" srcId="{163FC5B0-E712-4B54-A2F6-DAA34D21A681}" destId="{2027ABAD-2059-49AE-A164-6B3FB2FCDAC8}" srcOrd="1" destOrd="0" presId="urn:microsoft.com/office/officeart/2005/8/layout/list1"/>
    <dgm:cxn modelId="{665C0E83-EF1B-4115-99AB-71E19F75D8D5}" type="presOf" srcId="{5BA2AE3B-6882-4528-9427-14E157CAF6F3}" destId="{CEBCD661-6471-4E6C-AB2F-BF0B823D3391}" srcOrd="0" destOrd="0" presId="urn:microsoft.com/office/officeart/2005/8/layout/list1"/>
    <dgm:cxn modelId="{46236884-55BD-415E-8073-261E779406F8}" type="presOf" srcId="{6D57098B-35A4-40A2-9A29-4AF8FAA97EA9}" destId="{CEBCD661-6471-4E6C-AB2F-BF0B823D3391}" srcOrd="0" destOrd="1" presId="urn:microsoft.com/office/officeart/2005/8/layout/list1"/>
    <dgm:cxn modelId="{7BFF76AD-1247-460E-A514-471ADC67B1C4}" srcId="{25449A8E-A08E-42F1-BA48-B7E9E374D236}" destId="{6E44DEF7-E4FE-4DCD-BB1B-B9D3D4A5F119}" srcOrd="1" destOrd="0" parTransId="{88C732E9-CCA2-45DB-AAEB-BE8E93AEF1E3}" sibTransId="{348B8F0D-9800-4C04-A82E-6983B3097263}"/>
    <dgm:cxn modelId="{0B425CB3-C230-4FDA-9037-B83E05D017BD}" srcId="{C5CA7B9F-EE03-47DC-9EF7-9CBD829D1825}" destId="{25449A8E-A08E-42F1-BA48-B7E9E374D236}" srcOrd="0" destOrd="0" parTransId="{9465270E-AF28-4DE2-BD2A-79019DBA0FF8}" sibTransId="{6305982B-D175-4BFB-BC4D-291C4955982C}"/>
    <dgm:cxn modelId="{189C37C3-EC52-471F-AB18-405998704A48}" srcId="{163FC5B0-E712-4B54-A2F6-DAA34D21A681}" destId="{9E3263CF-CC88-448D-933A-E9FD9666E270}" srcOrd="3" destOrd="0" parTransId="{6015672B-C70D-41EF-AA5E-91CC1C4FF891}" sibTransId="{397AE71D-571E-47FB-8952-751346541217}"/>
    <dgm:cxn modelId="{8786A6C6-0796-408F-8130-3EC16D08A91A}" type="presOf" srcId="{25449A8E-A08E-42F1-BA48-B7E9E374D236}" destId="{12C1EE28-DFDC-4B11-BB8A-F385E6CAF076}" srcOrd="1" destOrd="0" presId="urn:microsoft.com/office/officeart/2005/8/layout/list1"/>
    <dgm:cxn modelId="{5CED34CD-4A34-4A05-BEAC-7CF765DD470E}" srcId="{163FC5B0-E712-4B54-A2F6-DAA34D21A681}" destId="{18B1EB0F-B238-405B-A537-C412F40781CF}" srcOrd="2" destOrd="0" parTransId="{D57A4D4D-EA7C-4007-9A56-77CAD1955ED6}" sibTransId="{C8DEB00C-A5B5-40B1-ACEA-34830E9E35F9}"/>
    <dgm:cxn modelId="{5CB2BED7-6FAF-426C-AC2A-A2F90BF6F992}" type="presOf" srcId="{18B1EB0F-B238-405B-A537-C412F40781CF}" destId="{CEBCD661-6471-4E6C-AB2F-BF0B823D3391}" srcOrd="0" destOrd="2" presId="urn:microsoft.com/office/officeart/2005/8/layout/list1"/>
    <dgm:cxn modelId="{E43102DF-EC41-406B-9994-06033ED42F1D}" type="presOf" srcId="{163FC5B0-E712-4B54-A2F6-DAA34D21A681}" destId="{7ADB3CF1-8D5D-4911-9D52-B8FB5CC86936}" srcOrd="0" destOrd="0" presId="urn:microsoft.com/office/officeart/2005/8/layout/list1"/>
    <dgm:cxn modelId="{C392DFE3-A802-4A50-BAE0-C28DB5470F3B}" srcId="{163FC5B0-E712-4B54-A2F6-DAA34D21A681}" destId="{5BA2AE3B-6882-4528-9427-14E157CAF6F3}" srcOrd="0" destOrd="0" parTransId="{42B3B66C-9D6B-4D9E-8B7E-E6627C6F045D}" sibTransId="{91C9E8B0-EB15-417C-87C7-86E824AED094}"/>
    <dgm:cxn modelId="{944774ED-B234-4B19-8A49-F3ED583E87BC}" srcId="{C5CA7B9F-EE03-47DC-9EF7-9CBD829D1825}" destId="{163FC5B0-E712-4B54-A2F6-DAA34D21A681}" srcOrd="1" destOrd="0" parTransId="{A0E697AD-33DE-4F42-99F5-2816D6527599}" sibTransId="{24DFD856-3AF7-4C28-AA94-8610283E71EA}"/>
    <dgm:cxn modelId="{103B2BF0-E172-4247-8A04-E8D7D3E65236}" type="presOf" srcId="{BEAC2512-19E0-437C-A100-8B7339E0882D}" destId="{4742D3E4-9C12-41D8-B11E-F15F7D05482D}" srcOrd="0" destOrd="0" presId="urn:microsoft.com/office/officeart/2005/8/layout/list1"/>
    <dgm:cxn modelId="{562AA5F9-3E8D-4977-858C-FC23174F7E58}" type="presParOf" srcId="{B2CFDCF4-DB0D-4A86-8744-804BDD5201B4}" destId="{793E19B9-8CD8-4E6B-83A7-3D6FD166CF2F}" srcOrd="0" destOrd="0" presId="urn:microsoft.com/office/officeart/2005/8/layout/list1"/>
    <dgm:cxn modelId="{5FA224F4-DF03-4C2C-BE8F-29B7D32C68FE}" type="presParOf" srcId="{793E19B9-8CD8-4E6B-83A7-3D6FD166CF2F}" destId="{0A82628A-E8B1-4FA6-8DEB-56848BFEFBBF}" srcOrd="0" destOrd="0" presId="urn:microsoft.com/office/officeart/2005/8/layout/list1"/>
    <dgm:cxn modelId="{A6AA6B8D-0198-4A03-AB22-DB32772DD0C6}" type="presParOf" srcId="{793E19B9-8CD8-4E6B-83A7-3D6FD166CF2F}" destId="{12C1EE28-DFDC-4B11-BB8A-F385E6CAF076}" srcOrd="1" destOrd="0" presId="urn:microsoft.com/office/officeart/2005/8/layout/list1"/>
    <dgm:cxn modelId="{51B43722-4447-45E2-B2A4-442B9DC4F648}" type="presParOf" srcId="{B2CFDCF4-DB0D-4A86-8744-804BDD5201B4}" destId="{CB041D3D-6C79-4404-B1CF-DEA2FF804EF8}" srcOrd="1" destOrd="0" presId="urn:microsoft.com/office/officeart/2005/8/layout/list1"/>
    <dgm:cxn modelId="{6C1EBD2C-9200-419C-8CC2-C61B0FA395B9}" type="presParOf" srcId="{B2CFDCF4-DB0D-4A86-8744-804BDD5201B4}" destId="{4742D3E4-9C12-41D8-B11E-F15F7D05482D}" srcOrd="2" destOrd="0" presId="urn:microsoft.com/office/officeart/2005/8/layout/list1"/>
    <dgm:cxn modelId="{09C102E4-44E1-4D9A-B43C-E0DC0CA7E3AA}" type="presParOf" srcId="{B2CFDCF4-DB0D-4A86-8744-804BDD5201B4}" destId="{7D0F2134-DE40-41E0-99DB-737D5B6AF45F}" srcOrd="3" destOrd="0" presId="urn:microsoft.com/office/officeart/2005/8/layout/list1"/>
    <dgm:cxn modelId="{7C000598-3602-4D7B-A45B-00DC156E37B5}" type="presParOf" srcId="{B2CFDCF4-DB0D-4A86-8744-804BDD5201B4}" destId="{81C9A633-E9F8-4940-9565-C4501502D835}" srcOrd="4" destOrd="0" presId="urn:microsoft.com/office/officeart/2005/8/layout/list1"/>
    <dgm:cxn modelId="{2AC00566-0523-44FA-B694-A3682F36127D}" type="presParOf" srcId="{81C9A633-E9F8-4940-9565-C4501502D835}" destId="{7ADB3CF1-8D5D-4911-9D52-B8FB5CC86936}" srcOrd="0" destOrd="0" presId="urn:microsoft.com/office/officeart/2005/8/layout/list1"/>
    <dgm:cxn modelId="{179F1E47-3B2D-4366-81F4-B97E538E3DA8}" type="presParOf" srcId="{81C9A633-E9F8-4940-9565-C4501502D835}" destId="{2027ABAD-2059-49AE-A164-6B3FB2FCDAC8}" srcOrd="1" destOrd="0" presId="urn:microsoft.com/office/officeart/2005/8/layout/list1"/>
    <dgm:cxn modelId="{191699EE-5785-40B6-860A-D3C6FF4B1D21}" type="presParOf" srcId="{B2CFDCF4-DB0D-4A86-8744-804BDD5201B4}" destId="{9C87CB04-87F2-472F-9561-09747EC012E4}" srcOrd="5" destOrd="0" presId="urn:microsoft.com/office/officeart/2005/8/layout/list1"/>
    <dgm:cxn modelId="{5E7E88D5-BDBD-475F-AD6A-790A5E3C6642}" type="presParOf" srcId="{B2CFDCF4-DB0D-4A86-8744-804BDD5201B4}" destId="{CEBCD661-6471-4E6C-AB2F-BF0B823D339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05B7B3-19FE-4F25-BA59-7C1F22B84F6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D172A6-7770-428E-8059-43F9E36ECCE2}">
      <dgm:prSet/>
      <dgm:spPr/>
      <dgm:t>
        <a:bodyPr/>
        <a:lstStyle/>
        <a:p>
          <a:r>
            <a:rPr lang="en-US"/>
            <a:t>Branch protection</a:t>
          </a:r>
        </a:p>
      </dgm:t>
    </dgm:pt>
    <dgm:pt modelId="{0C7E8C80-DB66-43F7-9765-8F7BD7E371D0}" type="parTrans" cxnId="{1A035099-E2A3-4661-9B6A-9CC57F3E0044}">
      <dgm:prSet/>
      <dgm:spPr/>
      <dgm:t>
        <a:bodyPr/>
        <a:lstStyle/>
        <a:p>
          <a:endParaRPr lang="en-US"/>
        </a:p>
      </dgm:t>
    </dgm:pt>
    <dgm:pt modelId="{C352A7BA-580D-4978-BAF5-310B289615ED}" type="sibTrans" cxnId="{1A035099-E2A3-4661-9B6A-9CC57F3E0044}">
      <dgm:prSet/>
      <dgm:spPr/>
      <dgm:t>
        <a:bodyPr/>
        <a:lstStyle/>
        <a:p>
          <a:endParaRPr lang="en-US"/>
        </a:p>
      </dgm:t>
    </dgm:pt>
    <dgm:pt modelId="{32C310C2-F626-4A66-AA3D-F31056B45582}">
      <dgm:prSet/>
      <dgm:spPr/>
      <dgm:t>
        <a:bodyPr/>
        <a:lstStyle/>
        <a:p>
          <a:r>
            <a:rPr lang="en-US"/>
            <a:t>No direct pushes to main</a:t>
          </a:r>
        </a:p>
      </dgm:t>
    </dgm:pt>
    <dgm:pt modelId="{D708A78C-B09D-48E4-A08D-2A4802DBE824}" type="parTrans" cxnId="{65803AF6-22DC-4EBE-A3C6-2FEBE09EA570}">
      <dgm:prSet/>
      <dgm:spPr/>
      <dgm:t>
        <a:bodyPr/>
        <a:lstStyle/>
        <a:p>
          <a:endParaRPr lang="en-US"/>
        </a:p>
      </dgm:t>
    </dgm:pt>
    <dgm:pt modelId="{682C6795-4F75-4A28-A533-E1E1A9D296A5}" type="sibTrans" cxnId="{65803AF6-22DC-4EBE-A3C6-2FEBE09EA570}">
      <dgm:prSet/>
      <dgm:spPr/>
      <dgm:t>
        <a:bodyPr/>
        <a:lstStyle/>
        <a:p>
          <a:endParaRPr lang="en-US"/>
        </a:p>
      </dgm:t>
    </dgm:pt>
    <dgm:pt modelId="{E4EDEC49-6C15-4117-8EFD-38F4E6C4D074}">
      <dgm:prSet/>
      <dgm:spPr/>
      <dgm:t>
        <a:bodyPr/>
        <a:lstStyle/>
        <a:p>
          <a:r>
            <a:rPr lang="en-US"/>
            <a:t>Block force-push &amp; deletion</a:t>
          </a:r>
        </a:p>
      </dgm:t>
    </dgm:pt>
    <dgm:pt modelId="{49593069-EAF3-43D1-A3E5-96DDEF4389A4}" type="parTrans" cxnId="{47274734-7C1F-49B2-BAB8-BE1F84FEA7D9}">
      <dgm:prSet/>
      <dgm:spPr/>
      <dgm:t>
        <a:bodyPr/>
        <a:lstStyle/>
        <a:p>
          <a:endParaRPr lang="en-US"/>
        </a:p>
      </dgm:t>
    </dgm:pt>
    <dgm:pt modelId="{880705A8-3D6E-4EF7-9B9B-AA14E90B3CEE}" type="sibTrans" cxnId="{47274734-7C1F-49B2-BAB8-BE1F84FEA7D9}">
      <dgm:prSet/>
      <dgm:spPr/>
      <dgm:t>
        <a:bodyPr/>
        <a:lstStyle/>
        <a:p>
          <a:endParaRPr lang="en-US"/>
        </a:p>
      </dgm:t>
    </dgm:pt>
    <dgm:pt modelId="{DA27B46E-2FBC-4854-B317-0E5CBC88254A}">
      <dgm:prSet/>
      <dgm:spPr/>
      <dgm:t>
        <a:bodyPr/>
        <a:lstStyle/>
        <a:p>
          <a:r>
            <a:rPr lang="en-US"/>
            <a:t>Require linear history</a:t>
          </a:r>
        </a:p>
      </dgm:t>
    </dgm:pt>
    <dgm:pt modelId="{253339D5-C1F2-4D1C-B7B7-D82C397475B2}" type="parTrans" cxnId="{3834FFBF-3881-4456-ACBC-1216D2AF1737}">
      <dgm:prSet/>
      <dgm:spPr/>
      <dgm:t>
        <a:bodyPr/>
        <a:lstStyle/>
        <a:p>
          <a:endParaRPr lang="en-US"/>
        </a:p>
      </dgm:t>
    </dgm:pt>
    <dgm:pt modelId="{2FDC60C9-9CC5-4E43-85C4-8209E809BC43}" type="sibTrans" cxnId="{3834FFBF-3881-4456-ACBC-1216D2AF1737}">
      <dgm:prSet/>
      <dgm:spPr/>
      <dgm:t>
        <a:bodyPr/>
        <a:lstStyle/>
        <a:p>
          <a:endParaRPr lang="en-US"/>
        </a:p>
      </dgm:t>
    </dgm:pt>
    <dgm:pt modelId="{C0ADA9E7-1EB0-4F7E-92F1-8C07D900D22C}">
      <dgm:prSet/>
      <dgm:spPr/>
      <dgm:t>
        <a:bodyPr/>
        <a:lstStyle/>
        <a:p>
          <a:r>
            <a:rPr lang="en-US"/>
            <a:t>Mandatory Review</a:t>
          </a:r>
        </a:p>
      </dgm:t>
    </dgm:pt>
    <dgm:pt modelId="{E11FE35F-F7FC-4657-B2AA-E1A04EC5353E}" type="parTrans" cxnId="{583E7344-187D-4BB0-ADE7-643A87B5BD3F}">
      <dgm:prSet/>
      <dgm:spPr/>
      <dgm:t>
        <a:bodyPr/>
        <a:lstStyle/>
        <a:p>
          <a:endParaRPr lang="en-US"/>
        </a:p>
      </dgm:t>
    </dgm:pt>
    <dgm:pt modelId="{1D163CD8-E495-49F4-B25B-C7933F0912FA}" type="sibTrans" cxnId="{583E7344-187D-4BB0-ADE7-643A87B5BD3F}">
      <dgm:prSet/>
      <dgm:spPr/>
      <dgm:t>
        <a:bodyPr/>
        <a:lstStyle/>
        <a:p>
          <a:endParaRPr lang="en-US"/>
        </a:p>
      </dgm:t>
    </dgm:pt>
    <dgm:pt modelId="{FCCFDF49-D7F2-4758-87F7-658E0A612911}">
      <dgm:prSet/>
      <dgm:spPr/>
      <dgm:t>
        <a:bodyPr/>
        <a:lstStyle/>
        <a:p>
          <a:r>
            <a:rPr lang="en-US"/>
            <a:t>Require PR/MR reviews</a:t>
          </a:r>
        </a:p>
      </dgm:t>
    </dgm:pt>
    <dgm:pt modelId="{CF289495-3E25-411C-B827-58E4DC82F9A1}" type="parTrans" cxnId="{3A3F2553-46BF-496E-A934-7532A5112084}">
      <dgm:prSet/>
      <dgm:spPr/>
      <dgm:t>
        <a:bodyPr/>
        <a:lstStyle/>
        <a:p>
          <a:endParaRPr lang="en-US"/>
        </a:p>
      </dgm:t>
    </dgm:pt>
    <dgm:pt modelId="{469EDB34-CF34-4E11-B421-AAA6E3B325EE}" type="sibTrans" cxnId="{3A3F2553-46BF-496E-A934-7532A5112084}">
      <dgm:prSet/>
      <dgm:spPr/>
      <dgm:t>
        <a:bodyPr/>
        <a:lstStyle/>
        <a:p>
          <a:endParaRPr lang="en-US"/>
        </a:p>
      </dgm:t>
    </dgm:pt>
    <dgm:pt modelId="{509239F5-F773-48ED-A5F3-624C63503179}">
      <dgm:prSet/>
      <dgm:spPr/>
      <dgm:t>
        <a:bodyPr/>
        <a:lstStyle/>
        <a:p>
          <a:r>
            <a:rPr lang="en-US"/>
            <a:t>Require Code Owners for critical paths</a:t>
          </a:r>
        </a:p>
      </dgm:t>
    </dgm:pt>
    <dgm:pt modelId="{16D73FDD-E9AB-44B4-AE39-A6EC56071A7A}" type="parTrans" cxnId="{05C5A8C3-D78C-4A3F-9BDF-372775DA7741}">
      <dgm:prSet/>
      <dgm:spPr/>
      <dgm:t>
        <a:bodyPr/>
        <a:lstStyle/>
        <a:p>
          <a:endParaRPr lang="en-US"/>
        </a:p>
      </dgm:t>
    </dgm:pt>
    <dgm:pt modelId="{4671D105-16BF-41D6-BA60-F7E3AC1F0F88}" type="sibTrans" cxnId="{05C5A8C3-D78C-4A3F-9BDF-372775DA7741}">
      <dgm:prSet/>
      <dgm:spPr/>
      <dgm:t>
        <a:bodyPr/>
        <a:lstStyle/>
        <a:p>
          <a:endParaRPr lang="en-US"/>
        </a:p>
      </dgm:t>
    </dgm:pt>
    <dgm:pt modelId="{F2E33C64-61BB-41CA-BB6C-198988A9637C}">
      <dgm:prSet/>
      <dgm:spPr/>
      <dgm:t>
        <a:bodyPr/>
        <a:lstStyle/>
        <a:p>
          <a:r>
            <a:rPr lang="en-US"/>
            <a:t>Enforce separation of duties</a:t>
          </a:r>
        </a:p>
      </dgm:t>
    </dgm:pt>
    <dgm:pt modelId="{FC14CED9-E685-4210-A247-17BC15471FA6}" type="parTrans" cxnId="{0328FFC1-7064-436E-8902-9D2EF9A79C46}">
      <dgm:prSet/>
      <dgm:spPr/>
      <dgm:t>
        <a:bodyPr/>
        <a:lstStyle/>
        <a:p>
          <a:endParaRPr lang="en-US"/>
        </a:p>
      </dgm:t>
    </dgm:pt>
    <dgm:pt modelId="{171A30FD-D6B3-4F8D-8D62-3F13DF7DA1E7}" type="sibTrans" cxnId="{0328FFC1-7064-436E-8902-9D2EF9A79C46}">
      <dgm:prSet/>
      <dgm:spPr/>
      <dgm:t>
        <a:bodyPr/>
        <a:lstStyle/>
        <a:p>
          <a:endParaRPr lang="en-US"/>
        </a:p>
      </dgm:t>
    </dgm:pt>
    <dgm:pt modelId="{2E32C422-734A-4E1E-8E70-092BBF9444AE}">
      <dgm:prSet/>
      <dgm:spPr/>
      <dgm:t>
        <a:bodyPr/>
        <a:lstStyle/>
        <a:p>
          <a:r>
            <a:rPr lang="en-US"/>
            <a:t>Merge Gates</a:t>
          </a:r>
        </a:p>
      </dgm:t>
    </dgm:pt>
    <dgm:pt modelId="{74455F07-689B-4C5A-A833-BE9357AB75A2}" type="parTrans" cxnId="{34030A64-C029-4750-B71B-0B64CEDF4E05}">
      <dgm:prSet/>
      <dgm:spPr/>
      <dgm:t>
        <a:bodyPr/>
        <a:lstStyle/>
        <a:p>
          <a:endParaRPr lang="en-US"/>
        </a:p>
      </dgm:t>
    </dgm:pt>
    <dgm:pt modelId="{B80996D8-71BB-4717-A21C-BFAFADBF44CA}" type="sibTrans" cxnId="{34030A64-C029-4750-B71B-0B64CEDF4E05}">
      <dgm:prSet/>
      <dgm:spPr/>
      <dgm:t>
        <a:bodyPr/>
        <a:lstStyle/>
        <a:p>
          <a:endParaRPr lang="en-US"/>
        </a:p>
      </dgm:t>
    </dgm:pt>
    <dgm:pt modelId="{C857F19E-4929-498E-8F60-69BCDC318375}">
      <dgm:prSet/>
      <dgm:spPr/>
      <dgm:t>
        <a:bodyPr/>
        <a:lstStyle/>
        <a:p>
          <a:r>
            <a:rPr lang="en-US"/>
            <a:t>Required CI status checks</a:t>
          </a:r>
        </a:p>
      </dgm:t>
    </dgm:pt>
    <dgm:pt modelId="{387FD761-1010-4968-B509-B98F3CE8C547}" type="parTrans" cxnId="{E153E106-CD72-4304-B82F-0B03B07334B6}">
      <dgm:prSet/>
      <dgm:spPr/>
      <dgm:t>
        <a:bodyPr/>
        <a:lstStyle/>
        <a:p>
          <a:endParaRPr lang="en-US"/>
        </a:p>
      </dgm:t>
    </dgm:pt>
    <dgm:pt modelId="{34A9B82A-62B2-4DB8-9B1D-E203A0A9AB82}" type="sibTrans" cxnId="{E153E106-CD72-4304-B82F-0B03B07334B6}">
      <dgm:prSet/>
      <dgm:spPr/>
      <dgm:t>
        <a:bodyPr/>
        <a:lstStyle/>
        <a:p>
          <a:endParaRPr lang="en-US"/>
        </a:p>
      </dgm:t>
    </dgm:pt>
    <dgm:pt modelId="{8C465BCA-DC0A-4CC5-879A-86C38E1DC1B8}">
      <dgm:prSet/>
      <dgm:spPr/>
      <dgm:t>
        <a:bodyPr/>
        <a:lstStyle/>
        <a:p>
          <a:r>
            <a:rPr lang="en-US"/>
            <a:t>Block merge on failing checks</a:t>
          </a:r>
        </a:p>
      </dgm:t>
    </dgm:pt>
    <dgm:pt modelId="{4ECC4912-6A7F-4D40-A7AA-7CB03C02D0F5}" type="parTrans" cxnId="{93386FF6-831C-4080-89EB-2B22AF80698E}">
      <dgm:prSet/>
      <dgm:spPr/>
      <dgm:t>
        <a:bodyPr/>
        <a:lstStyle/>
        <a:p>
          <a:endParaRPr lang="en-US"/>
        </a:p>
      </dgm:t>
    </dgm:pt>
    <dgm:pt modelId="{7295DDF1-F889-4872-ABFC-7F8193F02E50}" type="sibTrans" cxnId="{93386FF6-831C-4080-89EB-2B22AF80698E}">
      <dgm:prSet/>
      <dgm:spPr/>
      <dgm:t>
        <a:bodyPr/>
        <a:lstStyle/>
        <a:p>
          <a:endParaRPr lang="en-US"/>
        </a:p>
      </dgm:t>
    </dgm:pt>
    <dgm:pt modelId="{D5DE016F-21B9-46C0-873F-766E3AC4BF6D}" type="pres">
      <dgm:prSet presAssocID="{B805B7B3-19FE-4F25-BA59-7C1F22B84F65}" presName="linear" presStyleCnt="0">
        <dgm:presLayoutVars>
          <dgm:dir/>
          <dgm:animLvl val="lvl"/>
          <dgm:resizeHandles val="exact"/>
        </dgm:presLayoutVars>
      </dgm:prSet>
      <dgm:spPr/>
    </dgm:pt>
    <dgm:pt modelId="{832C7C5B-EBFD-45C9-9695-C9CD599FF58E}" type="pres">
      <dgm:prSet presAssocID="{7DD172A6-7770-428E-8059-43F9E36ECCE2}" presName="parentLin" presStyleCnt="0"/>
      <dgm:spPr/>
    </dgm:pt>
    <dgm:pt modelId="{191AB83E-235E-4999-8200-7310AD10B121}" type="pres">
      <dgm:prSet presAssocID="{7DD172A6-7770-428E-8059-43F9E36ECCE2}" presName="parentLeftMargin" presStyleLbl="node1" presStyleIdx="0" presStyleCnt="3"/>
      <dgm:spPr/>
    </dgm:pt>
    <dgm:pt modelId="{EFDC9911-1647-4D73-8B36-5D71DA608BB8}" type="pres">
      <dgm:prSet presAssocID="{7DD172A6-7770-428E-8059-43F9E36ECCE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8DEEE0-67F7-40A5-9021-C005CCAAFD02}" type="pres">
      <dgm:prSet presAssocID="{7DD172A6-7770-428E-8059-43F9E36ECCE2}" presName="negativeSpace" presStyleCnt="0"/>
      <dgm:spPr/>
    </dgm:pt>
    <dgm:pt modelId="{9A3ABFDA-3C76-45BD-8A8E-D1AAFD2EBCFF}" type="pres">
      <dgm:prSet presAssocID="{7DD172A6-7770-428E-8059-43F9E36ECCE2}" presName="childText" presStyleLbl="conFgAcc1" presStyleIdx="0" presStyleCnt="3">
        <dgm:presLayoutVars>
          <dgm:bulletEnabled val="1"/>
        </dgm:presLayoutVars>
      </dgm:prSet>
      <dgm:spPr/>
    </dgm:pt>
    <dgm:pt modelId="{D854B954-3E0E-4F92-9C87-8DD0E4598BFD}" type="pres">
      <dgm:prSet presAssocID="{C352A7BA-580D-4978-BAF5-310B289615ED}" presName="spaceBetweenRectangles" presStyleCnt="0"/>
      <dgm:spPr/>
    </dgm:pt>
    <dgm:pt modelId="{B7E49280-3F08-4BE6-8F03-9647D06735C6}" type="pres">
      <dgm:prSet presAssocID="{C0ADA9E7-1EB0-4F7E-92F1-8C07D900D22C}" presName="parentLin" presStyleCnt="0"/>
      <dgm:spPr/>
    </dgm:pt>
    <dgm:pt modelId="{81B24E14-0113-40AC-91CE-AB4CFC565C5F}" type="pres">
      <dgm:prSet presAssocID="{C0ADA9E7-1EB0-4F7E-92F1-8C07D900D22C}" presName="parentLeftMargin" presStyleLbl="node1" presStyleIdx="0" presStyleCnt="3"/>
      <dgm:spPr/>
    </dgm:pt>
    <dgm:pt modelId="{74896A20-D615-4B78-BBC2-A4FA990BE269}" type="pres">
      <dgm:prSet presAssocID="{C0ADA9E7-1EB0-4F7E-92F1-8C07D900D22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FE587DD-EFD2-4E86-8F8F-DCF5953393CF}" type="pres">
      <dgm:prSet presAssocID="{C0ADA9E7-1EB0-4F7E-92F1-8C07D900D22C}" presName="negativeSpace" presStyleCnt="0"/>
      <dgm:spPr/>
    </dgm:pt>
    <dgm:pt modelId="{EDA6EA44-6C65-4551-BD27-CE57D9ABD3A6}" type="pres">
      <dgm:prSet presAssocID="{C0ADA9E7-1EB0-4F7E-92F1-8C07D900D22C}" presName="childText" presStyleLbl="conFgAcc1" presStyleIdx="1" presStyleCnt="3">
        <dgm:presLayoutVars>
          <dgm:bulletEnabled val="1"/>
        </dgm:presLayoutVars>
      </dgm:prSet>
      <dgm:spPr/>
    </dgm:pt>
    <dgm:pt modelId="{1F84EC9A-AEFE-4C8A-BA54-A5746F00D199}" type="pres">
      <dgm:prSet presAssocID="{1D163CD8-E495-49F4-B25B-C7933F0912FA}" presName="spaceBetweenRectangles" presStyleCnt="0"/>
      <dgm:spPr/>
    </dgm:pt>
    <dgm:pt modelId="{87226FC6-9841-47F8-9A09-C739D81C4E58}" type="pres">
      <dgm:prSet presAssocID="{2E32C422-734A-4E1E-8E70-092BBF9444AE}" presName="parentLin" presStyleCnt="0"/>
      <dgm:spPr/>
    </dgm:pt>
    <dgm:pt modelId="{A3930D09-6896-48BD-A69F-6FFDBDFDAC48}" type="pres">
      <dgm:prSet presAssocID="{2E32C422-734A-4E1E-8E70-092BBF9444AE}" presName="parentLeftMargin" presStyleLbl="node1" presStyleIdx="1" presStyleCnt="3"/>
      <dgm:spPr/>
    </dgm:pt>
    <dgm:pt modelId="{EBB88BDB-0D03-4824-B358-56ACCD0610E0}" type="pres">
      <dgm:prSet presAssocID="{2E32C422-734A-4E1E-8E70-092BBF9444A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13D7AE5-5DB3-4016-9E76-A945E6DDE80F}" type="pres">
      <dgm:prSet presAssocID="{2E32C422-734A-4E1E-8E70-092BBF9444AE}" presName="negativeSpace" presStyleCnt="0"/>
      <dgm:spPr/>
    </dgm:pt>
    <dgm:pt modelId="{FFFB9F64-F9E7-4EE9-85B6-E4553389AD2A}" type="pres">
      <dgm:prSet presAssocID="{2E32C422-734A-4E1E-8E70-092BBF9444A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153E106-CD72-4304-B82F-0B03B07334B6}" srcId="{2E32C422-734A-4E1E-8E70-092BBF9444AE}" destId="{C857F19E-4929-498E-8F60-69BCDC318375}" srcOrd="0" destOrd="0" parTransId="{387FD761-1010-4968-B509-B98F3CE8C547}" sibTransId="{34A9B82A-62B2-4DB8-9B1D-E203A0A9AB82}"/>
    <dgm:cxn modelId="{40C83A0A-5A79-45B2-863B-B1F6230E7C89}" type="presOf" srcId="{B805B7B3-19FE-4F25-BA59-7C1F22B84F65}" destId="{D5DE016F-21B9-46C0-873F-766E3AC4BF6D}" srcOrd="0" destOrd="0" presId="urn:microsoft.com/office/officeart/2005/8/layout/list1"/>
    <dgm:cxn modelId="{68C6B51E-6A6A-4E5C-9B9D-4471C7F30B00}" type="presOf" srcId="{7DD172A6-7770-428E-8059-43F9E36ECCE2}" destId="{191AB83E-235E-4999-8200-7310AD10B121}" srcOrd="0" destOrd="0" presId="urn:microsoft.com/office/officeart/2005/8/layout/list1"/>
    <dgm:cxn modelId="{75FAF820-E66B-4978-9783-231D04A5D6D4}" type="presOf" srcId="{2E32C422-734A-4E1E-8E70-092BBF9444AE}" destId="{EBB88BDB-0D03-4824-B358-56ACCD0610E0}" srcOrd="1" destOrd="0" presId="urn:microsoft.com/office/officeart/2005/8/layout/list1"/>
    <dgm:cxn modelId="{E0580D2D-443D-4556-B847-AF88AD46F871}" type="presOf" srcId="{FCCFDF49-D7F2-4758-87F7-658E0A612911}" destId="{EDA6EA44-6C65-4551-BD27-CE57D9ABD3A6}" srcOrd="0" destOrd="0" presId="urn:microsoft.com/office/officeart/2005/8/layout/list1"/>
    <dgm:cxn modelId="{47274734-7C1F-49B2-BAB8-BE1F84FEA7D9}" srcId="{7DD172A6-7770-428E-8059-43F9E36ECCE2}" destId="{E4EDEC49-6C15-4117-8EFD-38F4E6C4D074}" srcOrd="1" destOrd="0" parTransId="{49593069-EAF3-43D1-A3E5-96DDEF4389A4}" sibTransId="{880705A8-3D6E-4EF7-9B9B-AA14E90B3CEE}"/>
    <dgm:cxn modelId="{04B4805B-2CDE-4DC5-B35E-6A5ABE66E172}" type="presOf" srcId="{32C310C2-F626-4A66-AA3D-F31056B45582}" destId="{9A3ABFDA-3C76-45BD-8A8E-D1AAFD2EBCFF}" srcOrd="0" destOrd="0" presId="urn:microsoft.com/office/officeart/2005/8/layout/list1"/>
    <dgm:cxn modelId="{9F236362-E673-49D4-AD84-DD671EDC8F8C}" type="presOf" srcId="{C0ADA9E7-1EB0-4F7E-92F1-8C07D900D22C}" destId="{81B24E14-0113-40AC-91CE-AB4CFC565C5F}" srcOrd="0" destOrd="0" presId="urn:microsoft.com/office/officeart/2005/8/layout/list1"/>
    <dgm:cxn modelId="{34030A64-C029-4750-B71B-0B64CEDF4E05}" srcId="{B805B7B3-19FE-4F25-BA59-7C1F22B84F65}" destId="{2E32C422-734A-4E1E-8E70-092BBF9444AE}" srcOrd="2" destOrd="0" parTransId="{74455F07-689B-4C5A-A833-BE9357AB75A2}" sibTransId="{B80996D8-71BB-4717-A21C-BFAFADBF44CA}"/>
    <dgm:cxn modelId="{583E7344-187D-4BB0-ADE7-643A87B5BD3F}" srcId="{B805B7B3-19FE-4F25-BA59-7C1F22B84F65}" destId="{C0ADA9E7-1EB0-4F7E-92F1-8C07D900D22C}" srcOrd="1" destOrd="0" parTransId="{E11FE35F-F7FC-4657-B2AA-E1A04EC5353E}" sibTransId="{1D163CD8-E495-49F4-B25B-C7933F0912FA}"/>
    <dgm:cxn modelId="{CF3A094B-B7D3-4DC5-8588-18D4C03D53D8}" type="presOf" srcId="{C857F19E-4929-498E-8F60-69BCDC318375}" destId="{FFFB9F64-F9E7-4EE9-85B6-E4553389AD2A}" srcOrd="0" destOrd="0" presId="urn:microsoft.com/office/officeart/2005/8/layout/list1"/>
    <dgm:cxn modelId="{8224066C-3CCD-4F2E-84C6-CD08EF43C19A}" type="presOf" srcId="{2E32C422-734A-4E1E-8E70-092BBF9444AE}" destId="{A3930D09-6896-48BD-A69F-6FFDBDFDAC48}" srcOrd="0" destOrd="0" presId="urn:microsoft.com/office/officeart/2005/8/layout/list1"/>
    <dgm:cxn modelId="{3A3F2553-46BF-496E-A934-7532A5112084}" srcId="{C0ADA9E7-1EB0-4F7E-92F1-8C07D900D22C}" destId="{FCCFDF49-D7F2-4758-87F7-658E0A612911}" srcOrd="0" destOrd="0" parTransId="{CF289495-3E25-411C-B827-58E4DC82F9A1}" sibTransId="{469EDB34-CF34-4E11-B421-AAA6E3B325EE}"/>
    <dgm:cxn modelId="{D75B137F-873C-4AA4-8469-B957E6C14C4B}" type="presOf" srcId="{DA27B46E-2FBC-4854-B317-0E5CBC88254A}" destId="{9A3ABFDA-3C76-45BD-8A8E-D1AAFD2EBCFF}" srcOrd="0" destOrd="2" presId="urn:microsoft.com/office/officeart/2005/8/layout/list1"/>
    <dgm:cxn modelId="{D83C2D80-CA45-4A1B-B272-AD00BE5699F0}" type="presOf" srcId="{C0ADA9E7-1EB0-4F7E-92F1-8C07D900D22C}" destId="{74896A20-D615-4B78-BBC2-A4FA990BE269}" srcOrd="1" destOrd="0" presId="urn:microsoft.com/office/officeart/2005/8/layout/list1"/>
    <dgm:cxn modelId="{1A035099-E2A3-4661-9B6A-9CC57F3E0044}" srcId="{B805B7B3-19FE-4F25-BA59-7C1F22B84F65}" destId="{7DD172A6-7770-428E-8059-43F9E36ECCE2}" srcOrd="0" destOrd="0" parTransId="{0C7E8C80-DB66-43F7-9765-8F7BD7E371D0}" sibTransId="{C352A7BA-580D-4978-BAF5-310B289615ED}"/>
    <dgm:cxn modelId="{F87B049A-130D-49A0-B96D-6849D5AC292B}" type="presOf" srcId="{7DD172A6-7770-428E-8059-43F9E36ECCE2}" destId="{EFDC9911-1647-4D73-8B36-5D71DA608BB8}" srcOrd="1" destOrd="0" presId="urn:microsoft.com/office/officeart/2005/8/layout/list1"/>
    <dgm:cxn modelId="{D1C1DF9F-DA2C-4595-AFBC-EEF2FCFE6DA3}" type="presOf" srcId="{8C465BCA-DC0A-4CC5-879A-86C38E1DC1B8}" destId="{FFFB9F64-F9E7-4EE9-85B6-E4553389AD2A}" srcOrd="0" destOrd="1" presId="urn:microsoft.com/office/officeart/2005/8/layout/list1"/>
    <dgm:cxn modelId="{64AE85A0-FB0C-40B4-B3DB-569B48F4612F}" type="presOf" srcId="{F2E33C64-61BB-41CA-BB6C-198988A9637C}" destId="{EDA6EA44-6C65-4551-BD27-CE57D9ABD3A6}" srcOrd="0" destOrd="2" presId="urn:microsoft.com/office/officeart/2005/8/layout/list1"/>
    <dgm:cxn modelId="{6D2E8FA4-F9DD-4B8A-B04B-F68736BCDB1B}" type="presOf" srcId="{509239F5-F773-48ED-A5F3-624C63503179}" destId="{EDA6EA44-6C65-4551-BD27-CE57D9ABD3A6}" srcOrd="0" destOrd="1" presId="urn:microsoft.com/office/officeart/2005/8/layout/list1"/>
    <dgm:cxn modelId="{350738A9-3256-400C-B40C-855209F4C1AF}" type="presOf" srcId="{E4EDEC49-6C15-4117-8EFD-38F4E6C4D074}" destId="{9A3ABFDA-3C76-45BD-8A8E-D1AAFD2EBCFF}" srcOrd="0" destOrd="1" presId="urn:microsoft.com/office/officeart/2005/8/layout/list1"/>
    <dgm:cxn modelId="{3834FFBF-3881-4456-ACBC-1216D2AF1737}" srcId="{7DD172A6-7770-428E-8059-43F9E36ECCE2}" destId="{DA27B46E-2FBC-4854-B317-0E5CBC88254A}" srcOrd="2" destOrd="0" parTransId="{253339D5-C1F2-4D1C-B7B7-D82C397475B2}" sibTransId="{2FDC60C9-9CC5-4E43-85C4-8209E809BC43}"/>
    <dgm:cxn modelId="{0328FFC1-7064-436E-8902-9D2EF9A79C46}" srcId="{C0ADA9E7-1EB0-4F7E-92F1-8C07D900D22C}" destId="{F2E33C64-61BB-41CA-BB6C-198988A9637C}" srcOrd="2" destOrd="0" parTransId="{FC14CED9-E685-4210-A247-17BC15471FA6}" sibTransId="{171A30FD-D6B3-4F8D-8D62-3F13DF7DA1E7}"/>
    <dgm:cxn modelId="{05C5A8C3-D78C-4A3F-9BDF-372775DA7741}" srcId="{C0ADA9E7-1EB0-4F7E-92F1-8C07D900D22C}" destId="{509239F5-F773-48ED-A5F3-624C63503179}" srcOrd="1" destOrd="0" parTransId="{16D73FDD-E9AB-44B4-AE39-A6EC56071A7A}" sibTransId="{4671D105-16BF-41D6-BA60-F7E3AC1F0F88}"/>
    <dgm:cxn modelId="{65803AF6-22DC-4EBE-A3C6-2FEBE09EA570}" srcId="{7DD172A6-7770-428E-8059-43F9E36ECCE2}" destId="{32C310C2-F626-4A66-AA3D-F31056B45582}" srcOrd="0" destOrd="0" parTransId="{D708A78C-B09D-48E4-A08D-2A4802DBE824}" sibTransId="{682C6795-4F75-4A28-A533-E1E1A9D296A5}"/>
    <dgm:cxn modelId="{93386FF6-831C-4080-89EB-2B22AF80698E}" srcId="{2E32C422-734A-4E1E-8E70-092BBF9444AE}" destId="{8C465BCA-DC0A-4CC5-879A-86C38E1DC1B8}" srcOrd="1" destOrd="0" parTransId="{4ECC4912-6A7F-4D40-A7AA-7CB03C02D0F5}" sibTransId="{7295DDF1-F889-4872-ABFC-7F8193F02E50}"/>
    <dgm:cxn modelId="{64099E1E-91EA-403F-A3A2-441D3EEFF2CA}" type="presParOf" srcId="{D5DE016F-21B9-46C0-873F-766E3AC4BF6D}" destId="{832C7C5B-EBFD-45C9-9695-C9CD599FF58E}" srcOrd="0" destOrd="0" presId="urn:microsoft.com/office/officeart/2005/8/layout/list1"/>
    <dgm:cxn modelId="{5DDF8347-F35F-4346-9FA6-DC8A599275E5}" type="presParOf" srcId="{832C7C5B-EBFD-45C9-9695-C9CD599FF58E}" destId="{191AB83E-235E-4999-8200-7310AD10B121}" srcOrd="0" destOrd="0" presId="urn:microsoft.com/office/officeart/2005/8/layout/list1"/>
    <dgm:cxn modelId="{D97A9382-E134-4E8A-A99A-0A76C3F3C41A}" type="presParOf" srcId="{832C7C5B-EBFD-45C9-9695-C9CD599FF58E}" destId="{EFDC9911-1647-4D73-8B36-5D71DA608BB8}" srcOrd="1" destOrd="0" presId="urn:microsoft.com/office/officeart/2005/8/layout/list1"/>
    <dgm:cxn modelId="{9BEF5BFD-68FB-4971-A53D-B6495F41F6CC}" type="presParOf" srcId="{D5DE016F-21B9-46C0-873F-766E3AC4BF6D}" destId="{C98DEEE0-67F7-40A5-9021-C005CCAAFD02}" srcOrd="1" destOrd="0" presId="urn:microsoft.com/office/officeart/2005/8/layout/list1"/>
    <dgm:cxn modelId="{1BF7396E-9B1F-41ED-AE52-4376BDE580A1}" type="presParOf" srcId="{D5DE016F-21B9-46C0-873F-766E3AC4BF6D}" destId="{9A3ABFDA-3C76-45BD-8A8E-D1AAFD2EBCFF}" srcOrd="2" destOrd="0" presId="urn:microsoft.com/office/officeart/2005/8/layout/list1"/>
    <dgm:cxn modelId="{E63C04DF-B9F3-4B4B-9033-289FD8EE5F1C}" type="presParOf" srcId="{D5DE016F-21B9-46C0-873F-766E3AC4BF6D}" destId="{D854B954-3E0E-4F92-9C87-8DD0E4598BFD}" srcOrd="3" destOrd="0" presId="urn:microsoft.com/office/officeart/2005/8/layout/list1"/>
    <dgm:cxn modelId="{2DF69F4B-74B4-4ED4-82EA-A23882E502C8}" type="presParOf" srcId="{D5DE016F-21B9-46C0-873F-766E3AC4BF6D}" destId="{B7E49280-3F08-4BE6-8F03-9647D06735C6}" srcOrd="4" destOrd="0" presId="urn:microsoft.com/office/officeart/2005/8/layout/list1"/>
    <dgm:cxn modelId="{BCDF1269-7F52-44C4-9C36-1D3D81FCE268}" type="presParOf" srcId="{B7E49280-3F08-4BE6-8F03-9647D06735C6}" destId="{81B24E14-0113-40AC-91CE-AB4CFC565C5F}" srcOrd="0" destOrd="0" presId="urn:microsoft.com/office/officeart/2005/8/layout/list1"/>
    <dgm:cxn modelId="{A7FD46A0-7DE4-431E-B650-23B220F6C98F}" type="presParOf" srcId="{B7E49280-3F08-4BE6-8F03-9647D06735C6}" destId="{74896A20-D615-4B78-BBC2-A4FA990BE269}" srcOrd="1" destOrd="0" presId="urn:microsoft.com/office/officeart/2005/8/layout/list1"/>
    <dgm:cxn modelId="{303B3BFD-5453-4AA7-BCF2-2B3D3D212AB7}" type="presParOf" srcId="{D5DE016F-21B9-46C0-873F-766E3AC4BF6D}" destId="{EFE587DD-EFD2-4E86-8F8F-DCF5953393CF}" srcOrd="5" destOrd="0" presId="urn:microsoft.com/office/officeart/2005/8/layout/list1"/>
    <dgm:cxn modelId="{36414F51-FAF0-47E7-AE50-DCF0521C8893}" type="presParOf" srcId="{D5DE016F-21B9-46C0-873F-766E3AC4BF6D}" destId="{EDA6EA44-6C65-4551-BD27-CE57D9ABD3A6}" srcOrd="6" destOrd="0" presId="urn:microsoft.com/office/officeart/2005/8/layout/list1"/>
    <dgm:cxn modelId="{214D7ACC-33AA-4147-AED8-338A14FE83FE}" type="presParOf" srcId="{D5DE016F-21B9-46C0-873F-766E3AC4BF6D}" destId="{1F84EC9A-AEFE-4C8A-BA54-A5746F00D199}" srcOrd="7" destOrd="0" presId="urn:microsoft.com/office/officeart/2005/8/layout/list1"/>
    <dgm:cxn modelId="{23ADBCD5-1B26-405A-B083-BF5E23B06D90}" type="presParOf" srcId="{D5DE016F-21B9-46C0-873F-766E3AC4BF6D}" destId="{87226FC6-9841-47F8-9A09-C739D81C4E58}" srcOrd="8" destOrd="0" presId="urn:microsoft.com/office/officeart/2005/8/layout/list1"/>
    <dgm:cxn modelId="{F15AF3DF-FFD0-4AE8-81C1-430CCBB08B41}" type="presParOf" srcId="{87226FC6-9841-47F8-9A09-C739D81C4E58}" destId="{A3930D09-6896-48BD-A69F-6FFDBDFDAC48}" srcOrd="0" destOrd="0" presId="urn:microsoft.com/office/officeart/2005/8/layout/list1"/>
    <dgm:cxn modelId="{3C5222A4-3B9E-47A5-82C3-5A76A9E2C06F}" type="presParOf" srcId="{87226FC6-9841-47F8-9A09-C739D81C4E58}" destId="{EBB88BDB-0D03-4824-B358-56ACCD0610E0}" srcOrd="1" destOrd="0" presId="urn:microsoft.com/office/officeart/2005/8/layout/list1"/>
    <dgm:cxn modelId="{46BBD84E-C72B-4AD2-80B3-1B851A9FD8B6}" type="presParOf" srcId="{D5DE016F-21B9-46C0-873F-766E3AC4BF6D}" destId="{113D7AE5-5DB3-4016-9E76-A945E6DDE80F}" srcOrd="9" destOrd="0" presId="urn:microsoft.com/office/officeart/2005/8/layout/list1"/>
    <dgm:cxn modelId="{2B98E422-345E-4B97-BD77-9BC49E8E7A53}" type="presParOf" srcId="{D5DE016F-21B9-46C0-873F-766E3AC4BF6D}" destId="{FFFB9F64-F9E7-4EE9-85B6-E4553389AD2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966AD7-DB7C-43F2-9726-76FCDB72D90A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DA60D6-B2CE-45E9-B184-F491E81A9DC5}">
      <dgm:prSet/>
      <dgm:spPr/>
      <dgm:t>
        <a:bodyPr/>
        <a:lstStyle/>
        <a:p>
          <a:r>
            <a:rPr lang="en-US"/>
            <a:t>Monitor for high-risk events</a:t>
          </a:r>
        </a:p>
      </dgm:t>
    </dgm:pt>
    <dgm:pt modelId="{9611E36A-5EE3-4752-B8C4-D2DBC108ECC9}" type="parTrans" cxnId="{CF1825B3-616C-4B7F-A74D-2F0E0778F2E7}">
      <dgm:prSet/>
      <dgm:spPr/>
      <dgm:t>
        <a:bodyPr/>
        <a:lstStyle/>
        <a:p>
          <a:endParaRPr lang="en-US"/>
        </a:p>
      </dgm:t>
    </dgm:pt>
    <dgm:pt modelId="{EC7A3E82-8915-4852-86EA-CFCC09BD02AA}" type="sibTrans" cxnId="{CF1825B3-616C-4B7F-A74D-2F0E0778F2E7}">
      <dgm:prSet/>
      <dgm:spPr/>
      <dgm:t>
        <a:bodyPr/>
        <a:lstStyle/>
        <a:p>
          <a:endParaRPr lang="en-US"/>
        </a:p>
      </dgm:t>
    </dgm:pt>
    <dgm:pt modelId="{BF71F513-9255-4C41-ADAD-A9ECAD2558AA}">
      <dgm:prSet/>
      <dgm:spPr/>
      <dgm:t>
        <a:bodyPr/>
        <a:lstStyle/>
        <a:p>
          <a:r>
            <a:rPr lang="en-US"/>
            <a:t>Permission changes</a:t>
          </a:r>
        </a:p>
      </dgm:t>
    </dgm:pt>
    <dgm:pt modelId="{0E43D1E1-00F6-4960-851B-45F5EA30D86B}" type="parTrans" cxnId="{41DB6996-FB10-49D7-A6DB-608D3EFC013D}">
      <dgm:prSet/>
      <dgm:spPr/>
      <dgm:t>
        <a:bodyPr/>
        <a:lstStyle/>
        <a:p>
          <a:endParaRPr lang="en-US"/>
        </a:p>
      </dgm:t>
    </dgm:pt>
    <dgm:pt modelId="{E26D5DC8-36B3-4C5C-933D-E8B31A9E7DC8}" type="sibTrans" cxnId="{41DB6996-FB10-49D7-A6DB-608D3EFC013D}">
      <dgm:prSet/>
      <dgm:spPr/>
      <dgm:t>
        <a:bodyPr/>
        <a:lstStyle/>
        <a:p>
          <a:endParaRPr lang="en-US"/>
        </a:p>
      </dgm:t>
    </dgm:pt>
    <dgm:pt modelId="{EB902E64-2C4A-4319-ADBD-83A1AD19C602}">
      <dgm:prSet/>
      <dgm:spPr/>
      <dgm:t>
        <a:bodyPr/>
        <a:lstStyle/>
        <a:p>
          <a:r>
            <a:rPr lang="en-US"/>
            <a:t>Branch protection disabled / bypassed</a:t>
          </a:r>
        </a:p>
      </dgm:t>
    </dgm:pt>
    <dgm:pt modelId="{7CDBABE6-F905-4E14-A8C6-A3A473B65C77}" type="parTrans" cxnId="{4618977C-5A67-426F-9DFC-AF81B45B0E51}">
      <dgm:prSet/>
      <dgm:spPr/>
      <dgm:t>
        <a:bodyPr/>
        <a:lstStyle/>
        <a:p>
          <a:endParaRPr lang="en-US"/>
        </a:p>
      </dgm:t>
    </dgm:pt>
    <dgm:pt modelId="{9C674349-7980-4A0E-A9A3-D3A0DE82E08D}" type="sibTrans" cxnId="{4618977C-5A67-426F-9DFC-AF81B45B0E51}">
      <dgm:prSet/>
      <dgm:spPr/>
      <dgm:t>
        <a:bodyPr/>
        <a:lstStyle/>
        <a:p>
          <a:endParaRPr lang="en-US"/>
        </a:p>
      </dgm:t>
    </dgm:pt>
    <dgm:pt modelId="{58988150-3DD4-4C45-B7E7-A7E024810E4E}">
      <dgm:prSet/>
      <dgm:spPr/>
      <dgm:t>
        <a:bodyPr/>
        <a:lstStyle/>
        <a:p>
          <a:r>
            <a:rPr lang="en-US"/>
            <a:t>New tokens</a:t>
          </a:r>
        </a:p>
      </dgm:t>
    </dgm:pt>
    <dgm:pt modelId="{D55DB169-CC2C-4CF7-A13F-1F020D952A46}" type="parTrans" cxnId="{89DB50E7-5A5D-4A23-8189-20BFA53F6D16}">
      <dgm:prSet/>
      <dgm:spPr/>
      <dgm:t>
        <a:bodyPr/>
        <a:lstStyle/>
        <a:p>
          <a:endParaRPr lang="en-US"/>
        </a:p>
      </dgm:t>
    </dgm:pt>
    <dgm:pt modelId="{990DFDC8-E17D-4B05-953F-9ABF173107D2}" type="sibTrans" cxnId="{89DB50E7-5A5D-4A23-8189-20BFA53F6D16}">
      <dgm:prSet/>
      <dgm:spPr/>
      <dgm:t>
        <a:bodyPr/>
        <a:lstStyle/>
        <a:p>
          <a:endParaRPr lang="en-US"/>
        </a:p>
      </dgm:t>
    </dgm:pt>
    <dgm:pt modelId="{5C99AECD-7A25-45A2-9CBE-714BF5D03AD4}">
      <dgm:prSet/>
      <dgm:spPr/>
      <dgm:t>
        <a:bodyPr/>
        <a:lstStyle/>
        <a:p>
          <a:r>
            <a:rPr lang="en-US"/>
            <a:t>Workflow file changes</a:t>
          </a:r>
        </a:p>
      </dgm:t>
    </dgm:pt>
    <dgm:pt modelId="{DF55CA63-1AF1-4F9E-B94C-F222696765B9}" type="parTrans" cxnId="{929414DB-21E0-4D28-B6B2-C6ACCE9F1778}">
      <dgm:prSet/>
      <dgm:spPr/>
      <dgm:t>
        <a:bodyPr/>
        <a:lstStyle/>
        <a:p>
          <a:endParaRPr lang="en-US"/>
        </a:p>
      </dgm:t>
    </dgm:pt>
    <dgm:pt modelId="{41CE9FB0-7A01-45A3-92DB-83F6BA3B5653}" type="sibTrans" cxnId="{929414DB-21E0-4D28-B6B2-C6ACCE9F1778}">
      <dgm:prSet/>
      <dgm:spPr/>
      <dgm:t>
        <a:bodyPr/>
        <a:lstStyle/>
        <a:p>
          <a:endParaRPr lang="en-US"/>
        </a:p>
      </dgm:t>
    </dgm:pt>
    <dgm:pt modelId="{DA1020D6-9163-482B-B570-07EBDC3462CC}">
      <dgm:prSet/>
      <dgm:spPr/>
      <dgm:t>
        <a:bodyPr/>
        <a:lstStyle/>
        <a:p>
          <a:r>
            <a:rPr lang="en-US"/>
            <a:t>Incident response (repo-centric)</a:t>
          </a:r>
        </a:p>
      </dgm:t>
    </dgm:pt>
    <dgm:pt modelId="{EECD92CC-DC3D-41FB-A3B8-8F3DB2382B1D}" type="parTrans" cxnId="{6FB24369-0A33-431A-A436-BDEBD762169B}">
      <dgm:prSet/>
      <dgm:spPr/>
      <dgm:t>
        <a:bodyPr/>
        <a:lstStyle/>
        <a:p>
          <a:endParaRPr lang="en-US"/>
        </a:p>
      </dgm:t>
    </dgm:pt>
    <dgm:pt modelId="{9A5FDFDB-FE6A-4372-A076-7E5638C3908A}" type="sibTrans" cxnId="{6FB24369-0A33-431A-A436-BDEBD762169B}">
      <dgm:prSet/>
      <dgm:spPr/>
      <dgm:t>
        <a:bodyPr/>
        <a:lstStyle/>
        <a:p>
          <a:endParaRPr lang="en-US"/>
        </a:p>
      </dgm:t>
    </dgm:pt>
    <dgm:pt modelId="{D311B67A-8D90-4A85-B711-CEC39993588D}">
      <dgm:prSet/>
      <dgm:spPr/>
      <dgm:t>
        <a:bodyPr/>
        <a:lstStyle/>
        <a:p>
          <a:r>
            <a:rPr lang="en-US"/>
            <a:t>Freeze: lock down writes, rotate tokens, disable compromised apps</a:t>
          </a:r>
        </a:p>
      </dgm:t>
    </dgm:pt>
    <dgm:pt modelId="{710AC977-8171-4B6B-A6D7-6163A037C66B}" type="parTrans" cxnId="{D1113CE2-A353-4675-9006-89F695C854F1}">
      <dgm:prSet/>
      <dgm:spPr/>
      <dgm:t>
        <a:bodyPr/>
        <a:lstStyle/>
        <a:p>
          <a:endParaRPr lang="en-US"/>
        </a:p>
      </dgm:t>
    </dgm:pt>
    <dgm:pt modelId="{6B249B7F-BEEB-418F-B783-7E57EE087423}" type="sibTrans" cxnId="{D1113CE2-A353-4675-9006-89F695C854F1}">
      <dgm:prSet/>
      <dgm:spPr/>
      <dgm:t>
        <a:bodyPr/>
        <a:lstStyle/>
        <a:p>
          <a:endParaRPr lang="en-US"/>
        </a:p>
      </dgm:t>
    </dgm:pt>
    <dgm:pt modelId="{CE24201C-AEC3-4842-B7A8-DF8A617D5463}">
      <dgm:prSet/>
      <dgm:spPr/>
      <dgm:t>
        <a:bodyPr/>
        <a:lstStyle/>
        <a:p>
          <a:r>
            <a:rPr lang="en-US"/>
            <a:t>Eradicate: revert malicious commits</a:t>
          </a:r>
        </a:p>
      </dgm:t>
    </dgm:pt>
    <dgm:pt modelId="{8513E811-6630-4B57-B672-B37A47ABC071}" type="parTrans" cxnId="{2FCB72DC-2C3F-4E50-85EA-4506A91E09C8}">
      <dgm:prSet/>
      <dgm:spPr/>
      <dgm:t>
        <a:bodyPr/>
        <a:lstStyle/>
        <a:p>
          <a:endParaRPr lang="en-US"/>
        </a:p>
      </dgm:t>
    </dgm:pt>
    <dgm:pt modelId="{76635DDD-8A7A-4AEE-B418-1D7EC0AE9DA3}" type="sibTrans" cxnId="{2FCB72DC-2C3F-4E50-85EA-4506A91E09C8}">
      <dgm:prSet/>
      <dgm:spPr/>
      <dgm:t>
        <a:bodyPr/>
        <a:lstStyle/>
        <a:p>
          <a:endParaRPr lang="en-US"/>
        </a:p>
      </dgm:t>
    </dgm:pt>
    <dgm:pt modelId="{DEA153BB-892B-4F76-AA6A-1EC26763E6EF}">
      <dgm:prSet/>
      <dgm:spPr/>
      <dgm:t>
        <a:bodyPr/>
        <a:lstStyle/>
        <a:p>
          <a:r>
            <a:rPr lang="en-US"/>
            <a:t>Recover: re-enable protections</a:t>
          </a:r>
        </a:p>
      </dgm:t>
    </dgm:pt>
    <dgm:pt modelId="{AC44769B-EE57-404D-B2FB-950AAD0EB971}" type="parTrans" cxnId="{22C9955C-5E37-404F-A21C-304FB428AF75}">
      <dgm:prSet/>
      <dgm:spPr/>
      <dgm:t>
        <a:bodyPr/>
        <a:lstStyle/>
        <a:p>
          <a:endParaRPr lang="en-US"/>
        </a:p>
      </dgm:t>
    </dgm:pt>
    <dgm:pt modelId="{FA235715-D872-4B3C-B4DA-1111A08F1925}" type="sibTrans" cxnId="{22C9955C-5E37-404F-A21C-304FB428AF75}">
      <dgm:prSet/>
      <dgm:spPr/>
      <dgm:t>
        <a:bodyPr/>
        <a:lstStyle/>
        <a:p>
          <a:endParaRPr lang="en-US"/>
        </a:p>
      </dgm:t>
    </dgm:pt>
    <dgm:pt modelId="{BA9E463C-BFC5-4BF0-8B21-15B6C685F768}">
      <dgm:prSet/>
      <dgm:spPr/>
      <dgm:t>
        <a:bodyPr/>
        <a:lstStyle/>
        <a:p>
          <a:r>
            <a:rPr lang="en-US"/>
            <a:t>Report: document timeline and root cause</a:t>
          </a:r>
        </a:p>
      </dgm:t>
    </dgm:pt>
    <dgm:pt modelId="{2A98AD97-CAEE-46B1-9908-BC00282CA48D}" type="parTrans" cxnId="{5C12D1F1-E77F-4726-82DC-2D6D0058EBC2}">
      <dgm:prSet/>
      <dgm:spPr/>
      <dgm:t>
        <a:bodyPr/>
        <a:lstStyle/>
        <a:p>
          <a:endParaRPr lang="en-US"/>
        </a:p>
      </dgm:t>
    </dgm:pt>
    <dgm:pt modelId="{33623029-083E-4827-8191-B2DF55ECED9A}" type="sibTrans" cxnId="{5C12D1F1-E77F-4726-82DC-2D6D0058EBC2}">
      <dgm:prSet/>
      <dgm:spPr/>
      <dgm:t>
        <a:bodyPr/>
        <a:lstStyle/>
        <a:p>
          <a:endParaRPr lang="en-US"/>
        </a:p>
      </dgm:t>
    </dgm:pt>
    <dgm:pt modelId="{5285164C-D8FC-4C32-99A0-5656A9220454}" type="pres">
      <dgm:prSet presAssocID="{7D966AD7-DB7C-43F2-9726-76FCDB72D90A}" presName="linear" presStyleCnt="0">
        <dgm:presLayoutVars>
          <dgm:dir/>
          <dgm:animLvl val="lvl"/>
          <dgm:resizeHandles val="exact"/>
        </dgm:presLayoutVars>
      </dgm:prSet>
      <dgm:spPr/>
    </dgm:pt>
    <dgm:pt modelId="{A1391AA9-F4DB-428A-AFD3-037F45E68F17}" type="pres">
      <dgm:prSet presAssocID="{59DA60D6-B2CE-45E9-B184-F491E81A9DC5}" presName="parentLin" presStyleCnt="0"/>
      <dgm:spPr/>
    </dgm:pt>
    <dgm:pt modelId="{DA014B82-A71B-4BD0-9AFC-324CD5C2F931}" type="pres">
      <dgm:prSet presAssocID="{59DA60D6-B2CE-45E9-B184-F491E81A9DC5}" presName="parentLeftMargin" presStyleLbl="node1" presStyleIdx="0" presStyleCnt="2"/>
      <dgm:spPr/>
    </dgm:pt>
    <dgm:pt modelId="{5331DB88-0A51-4995-9B02-8072DEC56AB7}" type="pres">
      <dgm:prSet presAssocID="{59DA60D6-B2CE-45E9-B184-F491E81A9D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5734B54-9FD5-4868-9458-473D2674179C}" type="pres">
      <dgm:prSet presAssocID="{59DA60D6-B2CE-45E9-B184-F491E81A9DC5}" presName="negativeSpace" presStyleCnt="0"/>
      <dgm:spPr/>
    </dgm:pt>
    <dgm:pt modelId="{41C0F370-D4F8-44AA-96C3-227AF9B5C230}" type="pres">
      <dgm:prSet presAssocID="{59DA60D6-B2CE-45E9-B184-F491E81A9DC5}" presName="childText" presStyleLbl="conFgAcc1" presStyleIdx="0" presStyleCnt="2">
        <dgm:presLayoutVars>
          <dgm:bulletEnabled val="1"/>
        </dgm:presLayoutVars>
      </dgm:prSet>
      <dgm:spPr/>
    </dgm:pt>
    <dgm:pt modelId="{3F45A95D-C4B0-41AE-AFF4-ABD98CD05220}" type="pres">
      <dgm:prSet presAssocID="{EC7A3E82-8915-4852-86EA-CFCC09BD02AA}" presName="spaceBetweenRectangles" presStyleCnt="0"/>
      <dgm:spPr/>
    </dgm:pt>
    <dgm:pt modelId="{3D09819B-145A-4622-A791-8CDC7D74E20B}" type="pres">
      <dgm:prSet presAssocID="{DA1020D6-9163-482B-B570-07EBDC3462CC}" presName="parentLin" presStyleCnt="0"/>
      <dgm:spPr/>
    </dgm:pt>
    <dgm:pt modelId="{204B224B-C28D-4E24-92D8-0AB5B5CD5D1C}" type="pres">
      <dgm:prSet presAssocID="{DA1020D6-9163-482B-B570-07EBDC3462CC}" presName="parentLeftMargin" presStyleLbl="node1" presStyleIdx="0" presStyleCnt="2"/>
      <dgm:spPr/>
    </dgm:pt>
    <dgm:pt modelId="{553ABD7F-CF5E-4D53-B7B1-D71A4F389361}" type="pres">
      <dgm:prSet presAssocID="{DA1020D6-9163-482B-B570-07EBDC3462C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2821C1-F584-4866-A0B6-6D5682FB06F0}" type="pres">
      <dgm:prSet presAssocID="{DA1020D6-9163-482B-B570-07EBDC3462CC}" presName="negativeSpace" presStyleCnt="0"/>
      <dgm:spPr/>
    </dgm:pt>
    <dgm:pt modelId="{29C1F76C-CC8E-4E0A-9450-52E21C4F7504}" type="pres">
      <dgm:prSet presAssocID="{DA1020D6-9163-482B-B570-07EBDC3462C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D5C9C2B-FF19-4003-9D10-1FF4D8969BF8}" type="presOf" srcId="{D311B67A-8D90-4A85-B711-CEC39993588D}" destId="{29C1F76C-CC8E-4E0A-9450-52E21C4F7504}" srcOrd="0" destOrd="0" presId="urn:microsoft.com/office/officeart/2005/8/layout/list1"/>
    <dgm:cxn modelId="{F248582C-E303-43BE-8F61-7C5F270C18E5}" type="presOf" srcId="{DA1020D6-9163-482B-B570-07EBDC3462CC}" destId="{204B224B-C28D-4E24-92D8-0AB5B5CD5D1C}" srcOrd="0" destOrd="0" presId="urn:microsoft.com/office/officeart/2005/8/layout/list1"/>
    <dgm:cxn modelId="{7903653C-2021-47D6-99AD-D2161211AF70}" type="presOf" srcId="{CE24201C-AEC3-4842-B7A8-DF8A617D5463}" destId="{29C1F76C-CC8E-4E0A-9450-52E21C4F7504}" srcOrd="0" destOrd="1" presId="urn:microsoft.com/office/officeart/2005/8/layout/list1"/>
    <dgm:cxn modelId="{22C9955C-5E37-404F-A21C-304FB428AF75}" srcId="{DA1020D6-9163-482B-B570-07EBDC3462CC}" destId="{DEA153BB-892B-4F76-AA6A-1EC26763E6EF}" srcOrd="2" destOrd="0" parTransId="{AC44769B-EE57-404D-B2FB-950AAD0EB971}" sibTransId="{FA235715-D872-4B3C-B4DA-1111A08F1925}"/>
    <dgm:cxn modelId="{E834C441-F17E-4684-AD41-E0F0D8DB24A6}" type="presOf" srcId="{5C99AECD-7A25-45A2-9CBE-714BF5D03AD4}" destId="{41C0F370-D4F8-44AA-96C3-227AF9B5C230}" srcOrd="0" destOrd="3" presId="urn:microsoft.com/office/officeart/2005/8/layout/list1"/>
    <dgm:cxn modelId="{6FB24369-0A33-431A-A436-BDEBD762169B}" srcId="{7D966AD7-DB7C-43F2-9726-76FCDB72D90A}" destId="{DA1020D6-9163-482B-B570-07EBDC3462CC}" srcOrd="1" destOrd="0" parTransId="{EECD92CC-DC3D-41FB-A3B8-8F3DB2382B1D}" sibTransId="{9A5FDFDB-FE6A-4372-A076-7E5638C3908A}"/>
    <dgm:cxn modelId="{CFDE934F-3FC0-4DFB-BBE9-7ECE0B354A55}" type="presOf" srcId="{DEA153BB-892B-4F76-AA6A-1EC26763E6EF}" destId="{29C1F76C-CC8E-4E0A-9450-52E21C4F7504}" srcOrd="0" destOrd="2" presId="urn:microsoft.com/office/officeart/2005/8/layout/list1"/>
    <dgm:cxn modelId="{87B43976-7B4D-4AD2-BBB7-774695A45CE9}" type="presOf" srcId="{59DA60D6-B2CE-45E9-B184-F491E81A9DC5}" destId="{DA014B82-A71B-4BD0-9AFC-324CD5C2F931}" srcOrd="0" destOrd="0" presId="urn:microsoft.com/office/officeart/2005/8/layout/list1"/>
    <dgm:cxn modelId="{4618977C-5A67-426F-9DFC-AF81B45B0E51}" srcId="{59DA60D6-B2CE-45E9-B184-F491E81A9DC5}" destId="{EB902E64-2C4A-4319-ADBD-83A1AD19C602}" srcOrd="1" destOrd="0" parTransId="{7CDBABE6-F905-4E14-A8C6-A3A473B65C77}" sibTransId="{9C674349-7980-4A0E-A9A3-D3A0DE82E08D}"/>
    <dgm:cxn modelId="{41DB6996-FB10-49D7-A6DB-608D3EFC013D}" srcId="{59DA60D6-B2CE-45E9-B184-F491E81A9DC5}" destId="{BF71F513-9255-4C41-ADAD-A9ECAD2558AA}" srcOrd="0" destOrd="0" parTransId="{0E43D1E1-00F6-4960-851B-45F5EA30D86B}" sibTransId="{E26D5DC8-36B3-4C5C-933D-E8B31A9E7DC8}"/>
    <dgm:cxn modelId="{927FB7A3-5B31-4CFA-B193-ACD1B2E9B5B7}" type="presOf" srcId="{59DA60D6-B2CE-45E9-B184-F491E81A9DC5}" destId="{5331DB88-0A51-4995-9B02-8072DEC56AB7}" srcOrd="1" destOrd="0" presId="urn:microsoft.com/office/officeart/2005/8/layout/list1"/>
    <dgm:cxn modelId="{71A403AE-5844-4789-9853-A7EAE060E896}" type="presOf" srcId="{BA9E463C-BFC5-4BF0-8B21-15B6C685F768}" destId="{29C1F76C-CC8E-4E0A-9450-52E21C4F7504}" srcOrd="0" destOrd="3" presId="urn:microsoft.com/office/officeart/2005/8/layout/list1"/>
    <dgm:cxn modelId="{CF1825B3-616C-4B7F-A74D-2F0E0778F2E7}" srcId="{7D966AD7-DB7C-43F2-9726-76FCDB72D90A}" destId="{59DA60D6-B2CE-45E9-B184-F491E81A9DC5}" srcOrd="0" destOrd="0" parTransId="{9611E36A-5EE3-4752-B8C4-D2DBC108ECC9}" sibTransId="{EC7A3E82-8915-4852-86EA-CFCC09BD02AA}"/>
    <dgm:cxn modelId="{44C456B6-EF2E-404E-838C-0F7E44A9F352}" type="presOf" srcId="{DA1020D6-9163-482B-B570-07EBDC3462CC}" destId="{553ABD7F-CF5E-4D53-B7B1-D71A4F389361}" srcOrd="1" destOrd="0" presId="urn:microsoft.com/office/officeart/2005/8/layout/list1"/>
    <dgm:cxn modelId="{80F6A4C0-A2AF-4065-B017-038966E160B2}" type="presOf" srcId="{BF71F513-9255-4C41-ADAD-A9ECAD2558AA}" destId="{41C0F370-D4F8-44AA-96C3-227AF9B5C230}" srcOrd="0" destOrd="0" presId="urn:microsoft.com/office/officeart/2005/8/layout/list1"/>
    <dgm:cxn modelId="{A5F798C9-0802-47D7-8F97-D3C9FD6E58AB}" type="presOf" srcId="{EB902E64-2C4A-4319-ADBD-83A1AD19C602}" destId="{41C0F370-D4F8-44AA-96C3-227AF9B5C230}" srcOrd="0" destOrd="1" presId="urn:microsoft.com/office/officeart/2005/8/layout/list1"/>
    <dgm:cxn modelId="{6A1C55D7-8AC2-45C2-9BDD-EA44C5957AE5}" type="presOf" srcId="{7D966AD7-DB7C-43F2-9726-76FCDB72D90A}" destId="{5285164C-D8FC-4C32-99A0-5656A9220454}" srcOrd="0" destOrd="0" presId="urn:microsoft.com/office/officeart/2005/8/layout/list1"/>
    <dgm:cxn modelId="{929414DB-21E0-4D28-B6B2-C6ACCE9F1778}" srcId="{59DA60D6-B2CE-45E9-B184-F491E81A9DC5}" destId="{5C99AECD-7A25-45A2-9CBE-714BF5D03AD4}" srcOrd="3" destOrd="0" parTransId="{DF55CA63-1AF1-4F9E-B94C-F222696765B9}" sibTransId="{41CE9FB0-7A01-45A3-92DB-83F6BA3B5653}"/>
    <dgm:cxn modelId="{2FCB72DC-2C3F-4E50-85EA-4506A91E09C8}" srcId="{DA1020D6-9163-482B-B570-07EBDC3462CC}" destId="{CE24201C-AEC3-4842-B7A8-DF8A617D5463}" srcOrd="1" destOrd="0" parTransId="{8513E811-6630-4B57-B672-B37A47ABC071}" sibTransId="{76635DDD-8A7A-4AEE-B418-1D7EC0AE9DA3}"/>
    <dgm:cxn modelId="{D1113CE2-A353-4675-9006-89F695C854F1}" srcId="{DA1020D6-9163-482B-B570-07EBDC3462CC}" destId="{D311B67A-8D90-4A85-B711-CEC39993588D}" srcOrd="0" destOrd="0" parTransId="{710AC977-8171-4B6B-A6D7-6163A037C66B}" sibTransId="{6B249B7F-BEEB-418F-B783-7E57EE087423}"/>
    <dgm:cxn modelId="{FC084BE2-BA6F-45EB-BBED-9451165B8220}" type="presOf" srcId="{58988150-3DD4-4C45-B7E7-A7E024810E4E}" destId="{41C0F370-D4F8-44AA-96C3-227AF9B5C230}" srcOrd="0" destOrd="2" presId="urn:microsoft.com/office/officeart/2005/8/layout/list1"/>
    <dgm:cxn modelId="{89DB50E7-5A5D-4A23-8189-20BFA53F6D16}" srcId="{59DA60D6-B2CE-45E9-B184-F491E81A9DC5}" destId="{58988150-3DD4-4C45-B7E7-A7E024810E4E}" srcOrd="2" destOrd="0" parTransId="{D55DB169-CC2C-4CF7-A13F-1F020D952A46}" sibTransId="{990DFDC8-E17D-4B05-953F-9ABF173107D2}"/>
    <dgm:cxn modelId="{5C12D1F1-E77F-4726-82DC-2D6D0058EBC2}" srcId="{DA1020D6-9163-482B-B570-07EBDC3462CC}" destId="{BA9E463C-BFC5-4BF0-8B21-15B6C685F768}" srcOrd="3" destOrd="0" parTransId="{2A98AD97-CAEE-46B1-9908-BC00282CA48D}" sibTransId="{33623029-083E-4827-8191-B2DF55ECED9A}"/>
    <dgm:cxn modelId="{62B309D4-F128-4503-B521-351108E56956}" type="presParOf" srcId="{5285164C-D8FC-4C32-99A0-5656A9220454}" destId="{A1391AA9-F4DB-428A-AFD3-037F45E68F17}" srcOrd="0" destOrd="0" presId="urn:microsoft.com/office/officeart/2005/8/layout/list1"/>
    <dgm:cxn modelId="{28E91060-01CB-4600-A552-195B1923D2C0}" type="presParOf" srcId="{A1391AA9-F4DB-428A-AFD3-037F45E68F17}" destId="{DA014B82-A71B-4BD0-9AFC-324CD5C2F931}" srcOrd="0" destOrd="0" presId="urn:microsoft.com/office/officeart/2005/8/layout/list1"/>
    <dgm:cxn modelId="{1F5FF4BF-314A-4AC6-9023-0CFF1804D465}" type="presParOf" srcId="{A1391AA9-F4DB-428A-AFD3-037F45E68F17}" destId="{5331DB88-0A51-4995-9B02-8072DEC56AB7}" srcOrd="1" destOrd="0" presId="urn:microsoft.com/office/officeart/2005/8/layout/list1"/>
    <dgm:cxn modelId="{68F3FAB3-1D99-4B9D-BB16-5BF2B920729F}" type="presParOf" srcId="{5285164C-D8FC-4C32-99A0-5656A9220454}" destId="{65734B54-9FD5-4868-9458-473D2674179C}" srcOrd="1" destOrd="0" presId="urn:microsoft.com/office/officeart/2005/8/layout/list1"/>
    <dgm:cxn modelId="{4951F196-D46C-46CF-86F2-88C75C9E3598}" type="presParOf" srcId="{5285164C-D8FC-4C32-99A0-5656A9220454}" destId="{41C0F370-D4F8-44AA-96C3-227AF9B5C230}" srcOrd="2" destOrd="0" presId="urn:microsoft.com/office/officeart/2005/8/layout/list1"/>
    <dgm:cxn modelId="{28EBAAEC-C23F-458F-A7CE-B65E4E469BA9}" type="presParOf" srcId="{5285164C-D8FC-4C32-99A0-5656A9220454}" destId="{3F45A95D-C4B0-41AE-AFF4-ABD98CD05220}" srcOrd="3" destOrd="0" presId="urn:microsoft.com/office/officeart/2005/8/layout/list1"/>
    <dgm:cxn modelId="{8CC9BABB-6A23-4C4A-851D-24F42B5ADFD1}" type="presParOf" srcId="{5285164C-D8FC-4C32-99A0-5656A9220454}" destId="{3D09819B-145A-4622-A791-8CDC7D74E20B}" srcOrd="4" destOrd="0" presId="urn:microsoft.com/office/officeart/2005/8/layout/list1"/>
    <dgm:cxn modelId="{21B3222D-21C9-483A-B174-65C7C97038C5}" type="presParOf" srcId="{3D09819B-145A-4622-A791-8CDC7D74E20B}" destId="{204B224B-C28D-4E24-92D8-0AB5B5CD5D1C}" srcOrd="0" destOrd="0" presId="urn:microsoft.com/office/officeart/2005/8/layout/list1"/>
    <dgm:cxn modelId="{AF0C086C-7241-42E0-9279-0A72C8B3DAA7}" type="presParOf" srcId="{3D09819B-145A-4622-A791-8CDC7D74E20B}" destId="{553ABD7F-CF5E-4D53-B7B1-D71A4F389361}" srcOrd="1" destOrd="0" presId="urn:microsoft.com/office/officeart/2005/8/layout/list1"/>
    <dgm:cxn modelId="{22DBA025-8F21-43CD-99EF-1BE7DBEB5ABB}" type="presParOf" srcId="{5285164C-D8FC-4C32-99A0-5656A9220454}" destId="{402821C1-F584-4866-A0B6-6D5682FB06F0}" srcOrd="5" destOrd="0" presId="urn:microsoft.com/office/officeart/2005/8/layout/list1"/>
    <dgm:cxn modelId="{7D5EA937-30B3-4CBE-828C-D45953E8EE52}" type="presParOf" srcId="{5285164C-D8FC-4C32-99A0-5656A9220454}" destId="{29C1F76C-CC8E-4E0A-9450-52E21C4F750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91363-2834-4177-A4E0-786950272D73}">
      <dsp:nvSpPr>
        <dsp:cNvPr id="0" name=""/>
        <dsp:cNvSpPr/>
      </dsp:nvSpPr>
      <dsp:spPr>
        <a:xfrm>
          <a:off x="0" y="356990"/>
          <a:ext cx="6666833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Stolen credentials / token abuse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Excessive permissions / weak MFA</a:t>
          </a:r>
        </a:p>
      </dsp:txBody>
      <dsp:txXfrm>
        <a:off x="0" y="356990"/>
        <a:ext cx="6666833" cy="990675"/>
      </dsp:txXfrm>
    </dsp:sp>
    <dsp:sp modelId="{6064A1D2-3740-4A9A-B995-8B6FFDC7B964}">
      <dsp:nvSpPr>
        <dsp:cNvPr id="0" name=""/>
        <dsp:cNvSpPr/>
      </dsp:nvSpPr>
      <dsp:spPr>
        <a:xfrm>
          <a:off x="333341" y="106070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Unauthorized write access</a:t>
          </a:r>
        </a:p>
      </dsp:txBody>
      <dsp:txXfrm>
        <a:off x="357839" y="130568"/>
        <a:ext cx="4617787" cy="452844"/>
      </dsp:txXfrm>
    </dsp:sp>
    <dsp:sp modelId="{22045E39-ABEA-4442-AC52-0DD9BE99E0F3}">
      <dsp:nvSpPr>
        <dsp:cNvPr id="0" name=""/>
        <dsp:cNvSpPr/>
      </dsp:nvSpPr>
      <dsp:spPr>
        <a:xfrm>
          <a:off x="0" y="1690385"/>
          <a:ext cx="6666833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Bypassing code review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History tampering (force-push)</a:t>
          </a:r>
        </a:p>
      </dsp:txBody>
      <dsp:txXfrm>
        <a:off x="0" y="1690385"/>
        <a:ext cx="6666833" cy="990675"/>
      </dsp:txXfrm>
    </dsp:sp>
    <dsp:sp modelId="{D18158F6-11CE-46EB-88E5-D84951008EE4}">
      <dsp:nvSpPr>
        <dsp:cNvPr id="0" name=""/>
        <dsp:cNvSpPr/>
      </dsp:nvSpPr>
      <dsp:spPr>
        <a:xfrm>
          <a:off x="333341" y="1439465"/>
          <a:ext cx="4666783" cy="5018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Malicious or risky changes</a:t>
          </a:r>
        </a:p>
      </dsp:txBody>
      <dsp:txXfrm>
        <a:off x="357839" y="1463963"/>
        <a:ext cx="4617787" cy="452844"/>
      </dsp:txXfrm>
    </dsp:sp>
    <dsp:sp modelId="{C1715F1C-BF7A-46CA-994C-4762605DA647}">
      <dsp:nvSpPr>
        <dsp:cNvPr id="0" name=""/>
        <dsp:cNvSpPr/>
      </dsp:nvSpPr>
      <dsp:spPr>
        <a:xfrm>
          <a:off x="0" y="3023780"/>
          <a:ext cx="6666833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API Keys committed to repo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Sensitive config in PRs</a:t>
          </a:r>
        </a:p>
      </dsp:txBody>
      <dsp:txXfrm>
        <a:off x="0" y="3023780"/>
        <a:ext cx="6666833" cy="990675"/>
      </dsp:txXfrm>
    </dsp:sp>
    <dsp:sp modelId="{F02FD345-1282-4CBE-B6C9-057F9D6F416C}">
      <dsp:nvSpPr>
        <dsp:cNvPr id="0" name=""/>
        <dsp:cNvSpPr/>
      </dsp:nvSpPr>
      <dsp:spPr>
        <a:xfrm>
          <a:off x="333341" y="2772860"/>
          <a:ext cx="4666783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Secret leakage &amp; data exposure</a:t>
          </a:r>
        </a:p>
      </dsp:txBody>
      <dsp:txXfrm>
        <a:off x="357839" y="2797358"/>
        <a:ext cx="4617787" cy="452844"/>
      </dsp:txXfrm>
    </dsp:sp>
    <dsp:sp modelId="{4D583A5B-262E-4202-A7FD-CAC62ED1BC14}">
      <dsp:nvSpPr>
        <dsp:cNvPr id="0" name=""/>
        <dsp:cNvSpPr/>
      </dsp:nvSpPr>
      <dsp:spPr>
        <a:xfrm>
          <a:off x="0" y="4357175"/>
          <a:ext cx="6666833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Dependency or action takeover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Insufficient provenance</a:t>
          </a:r>
        </a:p>
      </dsp:txBody>
      <dsp:txXfrm>
        <a:off x="0" y="4357175"/>
        <a:ext cx="6666833" cy="990675"/>
      </dsp:txXfrm>
    </dsp:sp>
    <dsp:sp modelId="{F799BA60-5248-4E73-9D5B-0C3218409886}">
      <dsp:nvSpPr>
        <dsp:cNvPr id="0" name=""/>
        <dsp:cNvSpPr/>
      </dsp:nvSpPr>
      <dsp:spPr>
        <a:xfrm>
          <a:off x="333341" y="4106255"/>
          <a:ext cx="4666783" cy="501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Supply-chain compromise</a:t>
          </a:r>
        </a:p>
      </dsp:txBody>
      <dsp:txXfrm>
        <a:off x="357839" y="4130753"/>
        <a:ext cx="4617787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42D3E4-9C12-41D8-B11E-F15F7D05482D}">
      <dsp:nvSpPr>
        <dsp:cNvPr id="0" name=""/>
        <dsp:cNvSpPr/>
      </dsp:nvSpPr>
      <dsp:spPr>
        <a:xfrm>
          <a:off x="0" y="454234"/>
          <a:ext cx="6666833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Enforce MFA for all members &amp; outside collaborators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Least privilege: role-based teams, minimal write/admin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Prefer short-lived, scoped tokens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Rotate &amp; revoke tokens</a:t>
          </a:r>
        </a:p>
      </dsp:txBody>
      <dsp:txXfrm>
        <a:off x="0" y="454234"/>
        <a:ext cx="6666833" cy="2513700"/>
      </dsp:txXfrm>
    </dsp:sp>
    <dsp:sp modelId="{12C1EE28-DFDC-4B11-BB8A-F385E6CAF076}">
      <dsp:nvSpPr>
        <dsp:cNvPr id="0" name=""/>
        <dsp:cNvSpPr/>
      </dsp:nvSpPr>
      <dsp:spPr>
        <a:xfrm>
          <a:off x="333341" y="144274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Must have controls</a:t>
          </a:r>
        </a:p>
      </dsp:txBody>
      <dsp:txXfrm>
        <a:off x="363603" y="174536"/>
        <a:ext cx="4606259" cy="559396"/>
      </dsp:txXfrm>
    </dsp:sp>
    <dsp:sp modelId="{CEBCD661-6471-4E6C-AB2F-BF0B823D3391}">
      <dsp:nvSpPr>
        <dsp:cNvPr id="0" name=""/>
        <dsp:cNvSpPr/>
      </dsp:nvSpPr>
      <dsp:spPr>
        <a:xfrm>
          <a:off x="0" y="3391295"/>
          <a:ext cx="6666833" cy="1918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Require organization-wide 2FA authentication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Constrain API credentials to specific repos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Use token policies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Use bots/service accounts with scoped access</a:t>
          </a:r>
        </a:p>
      </dsp:txBody>
      <dsp:txXfrm>
        <a:off x="0" y="3391295"/>
        <a:ext cx="6666833" cy="1918350"/>
      </dsp:txXfrm>
    </dsp:sp>
    <dsp:sp modelId="{2027ABAD-2059-49AE-A164-6B3FB2FCDAC8}">
      <dsp:nvSpPr>
        <dsp:cNvPr id="0" name=""/>
        <dsp:cNvSpPr/>
      </dsp:nvSpPr>
      <dsp:spPr>
        <a:xfrm>
          <a:off x="333341" y="3081335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Provider features to enable</a:t>
          </a:r>
        </a:p>
      </dsp:txBody>
      <dsp:txXfrm>
        <a:off x="363603" y="3111597"/>
        <a:ext cx="4606259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ABFDA-3C76-45BD-8A8E-D1AAFD2EBCFF}">
      <dsp:nvSpPr>
        <dsp:cNvPr id="0" name=""/>
        <dsp:cNvSpPr/>
      </dsp:nvSpPr>
      <dsp:spPr>
        <a:xfrm>
          <a:off x="0" y="376609"/>
          <a:ext cx="6666833" cy="151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 direct pushes to main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Block force-push &amp; deletion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Require linear history</a:t>
          </a:r>
        </a:p>
      </dsp:txBody>
      <dsp:txXfrm>
        <a:off x="0" y="376609"/>
        <a:ext cx="6666833" cy="1512000"/>
      </dsp:txXfrm>
    </dsp:sp>
    <dsp:sp modelId="{EFDC9911-1647-4D73-8B36-5D71DA608BB8}">
      <dsp:nvSpPr>
        <dsp:cNvPr id="0" name=""/>
        <dsp:cNvSpPr/>
      </dsp:nvSpPr>
      <dsp:spPr>
        <a:xfrm>
          <a:off x="333341" y="8140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Branch protection</a:t>
          </a:r>
        </a:p>
      </dsp:txBody>
      <dsp:txXfrm>
        <a:off x="362162" y="110230"/>
        <a:ext cx="4609141" cy="532758"/>
      </dsp:txXfrm>
    </dsp:sp>
    <dsp:sp modelId="{EDA6EA44-6C65-4551-BD27-CE57D9ABD3A6}">
      <dsp:nvSpPr>
        <dsp:cNvPr id="0" name=""/>
        <dsp:cNvSpPr/>
      </dsp:nvSpPr>
      <dsp:spPr>
        <a:xfrm>
          <a:off x="0" y="2291809"/>
          <a:ext cx="6666833" cy="151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Require PR/MR reviews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Require Code Owners for critical paths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Enforce separation of duties</a:t>
          </a:r>
        </a:p>
      </dsp:txBody>
      <dsp:txXfrm>
        <a:off x="0" y="2291809"/>
        <a:ext cx="6666833" cy="1512000"/>
      </dsp:txXfrm>
    </dsp:sp>
    <dsp:sp modelId="{74896A20-D615-4B78-BBC2-A4FA990BE269}">
      <dsp:nvSpPr>
        <dsp:cNvPr id="0" name=""/>
        <dsp:cNvSpPr/>
      </dsp:nvSpPr>
      <dsp:spPr>
        <a:xfrm>
          <a:off x="333341" y="1996610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Mandatory Review</a:t>
          </a:r>
        </a:p>
      </dsp:txBody>
      <dsp:txXfrm>
        <a:off x="362162" y="2025431"/>
        <a:ext cx="4609141" cy="532758"/>
      </dsp:txXfrm>
    </dsp:sp>
    <dsp:sp modelId="{FFFB9F64-F9E7-4EE9-85B6-E4553389AD2A}">
      <dsp:nvSpPr>
        <dsp:cNvPr id="0" name=""/>
        <dsp:cNvSpPr/>
      </dsp:nvSpPr>
      <dsp:spPr>
        <a:xfrm>
          <a:off x="0" y="4207010"/>
          <a:ext cx="6666833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Required CI status checks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Block merge on failing checks</a:t>
          </a:r>
        </a:p>
      </dsp:txBody>
      <dsp:txXfrm>
        <a:off x="0" y="4207010"/>
        <a:ext cx="6666833" cy="1165500"/>
      </dsp:txXfrm>
    </dsp:sp>
    <dsp:sp modelId="{EBB88BDB-0D03-4824-B358-56ACCD0610E0}">
      <dsp:nvSpPr>
        <dsp:cNvPr id="0" name=""/>
        <dsp:cNvSpPr/>
      </dsp:nvSpPr>
      <dsp:spPr>
        <a:xfrm>
          <a:off x="333341" y="3911810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Merge Gates</a:t>
          </a:r>
        </a:p>
      </dsp:txBody>
      <dsp:txXfrm>
        <a:off x="362162" y="3940631"/>
        <a:ext cx="4609141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0F370-D4F8-44AA-96C3-227AF9B5C230}">
      <dsp:nvSpPr>
        <dsp:cNvPr id="0" name=""/>
        <dsp:cNvSpPr/>
      </dsp:nvSpPr>
      <dsp:spPr>
        <a:xfrm>
          <a:off x="0" y="382685"/>
          <a:ext cx="6666833" cy="2101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79044" rIns="51742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Permission changes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Branch protection disabled / bypassed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New tokens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Workflow file changes</a:t>
          </a:r>
        </a:p>
      </dsp:txBody>
      <dsp:txXfrm>
        <a:off x="0" y="382685"/>
        <a:ext cx="6666833" cy="2101050"/>
      </dsp:txXfrm>
    </dsp:sp>
    <dsp:sp modelId="{5331DB88-0A51-4995-9B02-8072DEC56AB7}">
      <dsp:nvSpPr>
        <dsp:cNvPr id="0" name=""/>
        <dsp:cNvSpPr/>
      </dsp:nvSpPr>
      <dsp:spPr>
        <a:xfrm>
          <a:off x="333341" y="43204"/>
          <a:ext cx="4666783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Monitor for high-risk events</a:t>
          </a:r>
        </a:p>
      </dsp:txBody>
      <dsp:txXfrm>
        <a:off x="366485" y="76348"/>
        <a:ext cx="4600495" cy="612672"/>
      </dsp:txXfrm>
    </dsp:sp>
    <dsp:sp modelId="{29C1F76C-CC8E-4E0A-9450-52E21C4F7504}">
      <dsp:nvSpPr>
        <dsp:cNvPr id="0" name=""/>
        <dsp:cNvSpPr/>
      </dsp:nvSpPr>
      <dsp:spPr>
        <a:xfrm>
          <a:off x="0" y="2947415"/>
          <a:ext cx="6666833" cy="246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79044" rIns="51742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Freeze: lock down writes, rotate tokens, disable compromised apps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Eradicate: revert malicious commits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Recover: re-enable protections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Report: document timeline and root cause</a:t>
          </a:r>
        </a:p>
      </dsp:txBody>
      <dsp:txXfrm>
        <a:off x="0" y="2947415"/>
        <a:ext cx="6666833" cy="2463300"/>
      </dsp:txXfrm>
    </dsp:sp>
    <dsp:sp modelId="{553ABD7F-CF5E-4D53-B7B1-D71A4F389361}">
      <dsp:nvSpPr>
        <dsp:cNvPr id="0" name=""/>
        <dsp:cNvSpPr/>
      </dsp:nvSpPr>
      <dsp:spPr>
        <a:xfrm>
          <a:off x="333341" y="2607935"/>
          <a:ext cx="4666783" cy="678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Incident response (repo-centric)</a:t>
          </a:r>
        </a:p>
      </dsp:txBody>
      <dsp:txXfrm>
        <a:off x="366485" y="2641079"/>
        <a:ext cx="4600495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7233-FFC4-F1CF-0E8D-44BA0B54B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9E723-0C33-397B-E709-5D600BA2C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20852-B3DF-F035-F5F9-DBDD90E5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C617-4363-FD1F-4452-9F4AFA95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3DDA-128E-9293-7887-AF88B810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7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890E-BC27-B376-2FF6-E363D4DF0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38339-73AC-4AC7-E925-D7707657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0760B-C6C8-2E13-C729-67300379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995A8-AFAD-EA8F-C8EB-BB0BBDDC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AA88D-09A5-B712-CA74-1BAC0C94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6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FBDC-C1C9-8099-ED4A-FA988E0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10BBA-4B13-E6F6-2463-DAC4A0265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B1A1E-BB3A-4B28-72A6-864A21A00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E77F5-C17E-A78E-667A-24021450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823D4-F523-5925-0920-B1721923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8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F294-ADA5-D63C-3BC6-C2087EAE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C9404-5C97-56C7-2124-5D5A4949D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3D896-2F5F-95A6-9536-EA3ED4761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92E4B-1FCD-8C33-5209-EE05D757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3721E-4F33-0E17-964A-20DABDEF6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715A0-B75D-CBEE-9B0E-F76937DB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1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C435-2FA7-BCBD-2089-C33FA080C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057C5-C50E-D581-62A7-E90BD2E38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07F5A-AB4D-5052-922A-4A5C56F34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593DA7-F452-C400-D6D2-D75F776A3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21640-6DA5-9013-5232-BF1B2F0E5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F9896-060B-2BC0-9001-3D5054ED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28102-45EB-8F3B-A13D-A310106D3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099A1-5528-731B-1CB7-91A177A0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8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EEF5-AEBD-D219-2BEF-7D4C9C57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AC69E-88F2-3E86-C17A-3D531B5C3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A7AFF-E404-11E8-07F8-4DB8D30D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32D90-13EF-43CC-2333-D15D4F3E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4BB12-C232-0239-688D-A3300B75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71811-BE50-E09A-0447-6CCA04BF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5E5EA-209B-517F-BB64-3E9E722A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9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0F97-F5E3-DD57-D820-C0854F60B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BE63-058C-ADD7-F98E-F42BDDB2F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5DB78-34B7-1867-8161-810B3EF3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34D53-30FC-BB9E-9980-4804A497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C89AA-9BC8-5C8A-1141-4472B6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99106-6AF1-8B05-0763-42191509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0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443A-705B-AD09-5CFC-58E8843DA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63BE4-9538-E530-9463-21B9FC65B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1C3C2-7A70-BAF1-6561-F1C4B1FCD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49F3F-A647-FCB4-0C38-A8CEA3A9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E1C3B-6557-9B98-9E55-24C838F3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978E1-B733-DCAA-AED7-349D551F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62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13625-DEC7-EBAD-5A5B-6902F842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38E8C-B7D8-D3AA-603F-B1626C8D4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E33BA-83E8-2248-3591-750B280E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24B35-32D9-EA8C-B929-19663380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0743-654C-0057-6410-A602E056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8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EF49A-A573-9694-D3DC-82A85A0A3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497E7-2BDC-7F62-7238-729F1D00C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0072F-3B2F-1032-2A3E-53EAC259E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CF1B3-8342-8E08-B6F4-06680905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B2506-7F6C-C77D-34A0-B5D4D401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1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8C886-58A0-2DA1-F0D3-4CA053C3C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B532C-E11A-B433-0885-5174694C2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949E7-7990-4D42-876E-C83E6BFB1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854DC-1A96-4F9B-B948-FC2745409E5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A75B6-3541-CB8D-58FA-3D89971CE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87A18-3DAB-BFE9-3AA4-391CC1C6B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0624A-383F-4108-B7A6-D00F90B91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9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91CD2-EF89-8853-386D-DAFFB71B2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100">
                <a:solidFill>
                  <a:schemeClr val="tx2"/>
                </a:solidFill>
              </a:rPr>
              <a:t>Security Controls in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715DE-0D47-CCE8-DA97-39554CB4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500">
                <a:solidFill>
                  <a:schemeClr val="tx2"/>
                </a:solidFill>
              </a:rPr>
              <a:t>Kristopher Kuenning</a:t>
            </a:r>
          </a:p>
          <a:p>
            <a:pPr algn="l"/>
            <a:r>
              <a:rPr lang="en-US" sz="500">
                <a:solidFill>
                  <a:schemeClr val="tx2"/>
                </a:solidFill>
              </a:rPr>
              <a:t>12/13/2025</a:t>
            </a:r>
          </a:p>
          <a:p>
            <a:pPr algn="l"/>
            <a:r>
              <a:rPr lang="en-US" sz="500">
                <a:solidFill>
                  <a:schemeClr val="tx2"/>
                </a:solidFill>
              </a:rPr>
              <a:t>CSD380</a:t>
            </a:r>
          </a:p>
          <a:p>
            <a:pPr algn="l"/>
            <a:r>
              <a:rPr lang="en-US" sz="500">
                <a:solidFill>
                  <a:schemeClr val="tx2"/>
                </a:solidFill>
              </a:rPr>
              <a:t>Module 11.2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D798B761-2241-1438-46FF-CBF05B542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1079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0C55D-9A76-3FEA-10E6-59AA4086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repository control matter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59FDAC-0C39-8B38-DC82-F48C207077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67082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926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4D804-7C8C-8390-75B3-ECBD2FB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Baseline access controls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C2B7BA-F653-D188-F5D2-0FFEEB520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7473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023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3BDD0-6DD3-C531-E283-41BE5827C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Governance &amp; Change Control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442972-3F71-3EFC-7EF9-25EA60F837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33165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938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17BDA-72DD-3403-C14A-18B9614FB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CI/CD &amp; workflow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B0BCE-5A0F-2BF5-4D9E-C1BC4F954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Key controls for CI workflows</a:t>
            </a:r>
          </a:p>
          <a:p>
            <a:pPr lvl="1"/>
            <a:r>
              <a:rPr lang="en-US" sz="2000"/>
              <a:t>Minimize GITHUB_TOKEN / CI token permissions</a:t>
            </a:r>
          </a:p>
          <a:p>
            <a:pPr lvl="1"/>
            <a:r>
              <a:rPr lang="en-US" sz="2000"/>
              <a:t>Pin third-party actions to full commit</a:t>
            </a:r>
          </a:p>
          <a:p>
            <a:pPr lvl="1"/>
            <a:r>
              <a:rPr lang="en-US" sz="2000"/>
              <a:t>Require CODEOWNERS review for workflow file changes</a:t>
            </a:r>
          </a:p>
          <a:p>
            <a:r>
              <a:rPr lang="en-US" sz="2000"/>
              <a:t>Tie repository controls to supply-chain integrity (SLSA)</a:t>
            </a:r>
          </a:p>
          <a:p>
            <a:pPr lvl="1"/>
            <a:r>
              <a:rPr lang="en-US" sz="2000"/>
              <a:t>Source requirements: protected branches + mandatory review help ensure changes reflect producer intent.</a:t>
            </a:r>
          </a:p>
          <a:p>
            <a:pPr lvl="1"/>
            <a:r>
              <a:rPr lang="en-US" sz="2000"/>
              <a:t>Use dependency review and update automation to reduce vulnerable components.</a:t>
            </a:r>
          </a:p>
        </p:txBody>
      </p:sp>
    </p:spTree>
    <p:extLst>
      <p:ext uri="{BB962C8B-B14F-4D97-AF65-F5344CB8AC3E}">
        <p14:creationId xmlns:p14="http://schemas.microsoft.com/office/powerpoint/2010/main" val="344580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0DFC3-8EF3-0648-4F07-284A2658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Monitor &amp; Respond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123E6E-FA8E-0E7A-1938-CB8035EAF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8088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505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C35B0-D0E6-C44C-6751-9AF7C00F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19553-5411-BBB1-B4C7-91AA3AD29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600" i="1"/>
              <a:t>Threats and mitigations</a:t>
            </a:r>
            <a:r>
              <a:rPr lang="en-US" sz="1600"/>
              <a:t>. (2025). SLSA. https://slsa.dev/spec/v0.1/threats</a:t>
            </a:r>
          </a:p>
          <a:p>
            <a:r>
              <a:rPr lang="en-US" sz="1600"/>
              <a:t>Souppaya, M., Scarfone, K., &amp; Dodson, D. (2022). Secure software development framework (SSDF) version 1.1. </a:t>
            </a:r>
            <a:r>
              <a:rPr lang="en-US" sz="1600" i="1"/>
              <a:t>NIST Special Publication 800-218</a:t>
            </a:r>
            <a:r>
              <a:rPr lang="en-US" sz="1600"/>
              <a:t>, </a:t>
            </a:r>
            <a:r>
              <a:rPr lang="en-US" sz="1600" i="1"/>
              <a:t>1</a:t>
            </a:r>
            <a:r>
              <a:rPr lang="en-US" sz="1600"/>
              <a:t>(1). https://doi.org/10.6028/nist.sp.800-218</a:t>
            </a:r>
          </a:p>
          <a:p>
            <a:r>
              <a:rPr lang="en-US" sz="1600" i="1"/>
              <a:t>Requiring two-factor authentication in your organization - GitHub Docs</a:t>
            </a:r>
            <a:r>
              <a:rPr lang="en-US" sz="1600"/>
              <a:t>. (2023). GitHub Docs. https://docs.github.com/organizations/keeping-your-organization-secure/managing-two-factor-authentication-for-your-organization/requiring-two-factor-authentication-in-your-organization</a:t>
            </a:r>
          </a:p>
          <a:p>
            <a:r>
              <a:rPr lang="en-US" sz="1600" i="1"/>
              <a:t>Managing a branch protection rule</a:t>
            </a:r>
            <a:r>
              <a:rPr lang="en-US" sz="1600"/>
              <a:t>. (n.d.). GitHub Docs. https://docs.github.com/en/repositories/configuring-branches-and-merges-in-your-repository/managing-protected-branches/managing-a-branch-protection-rule</a:t>
            </a:r>
          </a:p>
          <a:p>
            <a:r>
              <a:rPr lang="en-US" sz="1600" i="1"/>
              <a:t>Secure use reference - GitHub Docs</a:t>
            </a:r>
            <a:r>
              <a:rPr lang="en-US" sz="1600"/>
              <a:t>. (2025). GitHub Docs. https://docs.github.com/en/actions/reference/security/secure-use</a:t>
            </a:r>
          </a:p>
          <a:p>
            <a:r>
              <a:rPr lang="en-US" sz="1600" i="1"/>
              <a:t>Reviewing the audit log for your organization - GitHub Docs</a:t>
            </a:r>
            <a:r>
              <a:rPr lang="en-US" sz="1600"/>
              <a:t>. (2019). GitHub Docs. https://docs.github.com/organizations/keeping-your-organization-secure/managing-security-settings-for-your-organization/reviewing-the-audit-log-for-your-organization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288181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478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Security Controls in Shared Source Code Repositories</vt:lpstr>
      <vt:lpstr>Why repository control matter</vt:lpstr>
      <vt:lpstr>Baseline access controls</vt:lpstr>
      <vt:lpstr>Governance &amp; Change Control</vt:lpstr>
      <vt:lpstr>CI/CD &amp; workflow security</vt:lpstr>
      <vt:lpstr>Monitor &amp; Respond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Kuenning</dc:creator>
  <cp:lastModifiedBy>Kris Kuenning</cp:lastModifiedBy>
  <cp:revision>3</cp:revision>
  <dcterms:created xsi:type="dcterms:W3CDTF">2025-12-13T22:13:10Z</dcterms:created>
  <dcterms:modified xsi:type="dcterms:W3CDTF">2025-12-13T23:18:06Z</dcterms:modified>
</cp:coreProperties>
</file>