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DC506F-8E18-47E5-B24F-5A7A94D0F46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686CC4F-8254-42B0-A88A-05FBD2D6D223}">
      <dgm:prSet/>
      <dgm:spPr/>
      <dgm:t>
        <a:bodyPr/>
        <a:lstStyle/>
        <a:p>
          <a:r>
            <a:rPr lang="en-US"/>
            <a:t>A culture where people feel safe to report errors, near misses, and concerns without fear of unfair punishment.</a:t>
          </a:r>
        </a:p>
      </dgm:t>
    </dgm:pt>
    <dgm:pt modelId="{548DF197-5CAA-4747-A533-1F317F7A8773}" type="parTrans" cxnId="{BF6AF37A-FF7E-42DD-93B5-34D1BB2A2E35}">
      <dgm:prSet/>
      <dgm:spPr/>
      <dgm:t>
        <a:bodyPr/>
        <a:lstStyle/>
        <a:p>
          <a:endParaRPr lang="en-US"/>
        </a:p>
      </dgm:t>
    </dgm:pt>
    <dgm:pt modelId="{564C8B28-9E6A-48D0-B3C1-40D15BE399B0}" type="sibTrans" cxnId="{BF6AF37A-FF7E-42DD-93B5-34D1BB2A2E35}">
      <dgm:prSet/>
      <dgm:spPr/>
      <dgm:t>
        <a:bodyPr/>
        <a:lstStyle/>
        <a:p>
          <a:endParaRPr lang="en-US"/>
        </a:p>
      </dgm:t>
    </dgm:pt>
    <dgm:pt modelId="{7F26B40D-9354-4937-832C-9EDC6AF597B5}">
      <dgm:prSet/>
      <dgm:spPr/>
      <dgm:t>
        <a:bodyPr/>
        <a:lstStyle/>
        <a:p>
          <a:r>
            <a:rPr lang="en-US"/>
            <a:t>Focuses on learning and system improvement rather than blame.</a:t>
          </a:r>
        </a:p>
      </dgm:t>
    </dgm:pt>
    <dgm:pt modelId="{B081DAC8-69AB-47BE-AB7F-516257B68F11}" type="parTrans" cxnId="{1DBEE385-5EFD-4EDB-B8B3-25F40F8F9328}">
      <dgm:prSet/>
      <dgm:spPr/>
      <dgm:t>
        <a:bodyPr/>
        <a:lstStyle/>
        <a:p>
          <a:endParaRPr lang="en-US"/>
        </a:p>
      </dgm:t>
    </dgm:pt>
    <dgm:pt modelId="{29C7A50F-D9C2-4B5F-AC5A-6BCCAAD90096}" type="sibTrans" cxnId="{1DBEE385-5EFD-4EDB-B8B3-25F40F8F9328}">
      <dgm:prSet/>
      <dgm:spPr/>
      <dgm:t>
        <a:bodyPr/>
        <a:lstStyle/>
        <a:p>
          <a:endParaRPr lang="en-US"/>
        </a:p>
      </dgm:t>
    </dgm:pt>
    <dgm:pt modelId="{38E6B636-51E8-4616-9062-A4CDEE9ABD5D}">
      <dgm:prSet/>
      <dgm:spPr/>
      <dgm:t>
        <a:bodyPr/>
        <a:lstStyle/>
        <a:p>
          <a:r>
            <a:rPr lang="en-US"/>
            <a:t>Holds individuals accountable for reckless or willful violations, but distinguishes these from human error.</a:t>
          </a:r>
        </a:p>
      </dgm:t>
    </dgm:pt>
    <dgm:pt modelId="{B8E559BE-362C-44D1-B0EE-32377E183B9C}" type="parTrans" cxnId="{CB254EBE-1331-46A0-AC4A-A9D2D7737929}">
      <dgm:prSet/>
      <dgm:spPr/>
      <dgm:t>
        <a:bodyPr/>
        <a:lstStyle/>
        <a:p>
          <a:endParaRPr lang="en-US"/>
        </a:p>
      </dgm:t>
    </dgm:pt>
    <dgm:pt modelId="{6FFC3FC7-F53A-4FD2-8274-71A1D9DF1A5B}" type="sibTrans" cxnId="{CB254EBE-1331-46A0-AC4A-A9D2D7737929}">
      <dgm:prSet/>
      <dgm:spPr/>
      <dgm:t>
        <a:bodyPr/>
        <a:lstStyle/>
        <a:p>
          <a:endParaRPr lang="en-US"/>
        </a:p>
      </dgm:t>
    </dgm:pt>
    <dgm:pt modelId="{83789B72-A64A-4D3E-85C5-25721B543851}">
      <dgm:prSet/>
      <dgm:spPr/>
      <dgm:t>
        <a:bodyPr/>
        <a:lstStyle/>
        <a:p>
          <a:r>
            <a:rPr lang="en-US"/>
            <a:t>Discussed in the healthcare or high-risk industries.</a:t>
          </a:r>
        </a:p>
      </dgm:t>
    </dgm:pt>
    <dgm:pt modelId="{218C440D-C1F1-4966-9FC0-05533AEF5132}" type="parTrans" cxnId="{68EA7793-CFAB-493F-909D-6AFB5038DACA}">
      <dgm:prSet/>
      <dgm:spPr/>
      <dgm:t>
        <a:bodyPr/>
        <a:lstStyle/>
        <a:p>
          <a:endParaRPr lang="en-US"/>
        </a:p>
      </dgm:t>
    </dgm:pt>
    <dgm:pt modelId="{C73864D0-53EC-4124-A228-5E35B94C4EFF}" type="sibTrans" cxnId="{68EA7793-CFAB-493F-909D-6AFB5038DACA}">
      <dgm:prSet/>
      <dgm:spPr/>
      <dgm:t>
        <a:bodyPr/>
        <a:lstStyle/>
        <a:p>
          <a:endParaRPr lang="en-US"/>
        </a:p>
      </dgm:t>
    </dgm:pt>
    <dgm:pt modelId="{01D2FEA4-E981-411E-ADC1-16E8C831864F}" type="pres">
      <dgm:prSet presAssocID="{59DC506F-8E18-47E5-B24F-5A7A94D0F461}" presName="vert0" presStyleCnt="0">
        <dgm:presLayoutVars>
          <dgm:dir/>
          <dgm:animOne val="branch"/>
          <dgm:animLvl val="lvl"/>
        </dgm:presLayoutVars>
      </dgm:prSet>
      <dgm:spPr/>
    </dgm:pt>
    <dgm:pt modelId="{436A1D4B-5E7D-4747-910E-87E1FBAD4491}" type="pres">
      <dgm:prSet presAssocID="{7686CC4F-8254-42B0-A88A-05FBD2D6D223}" presName="thickLine" presStyleLbl="alignNode1" presStyleIdx="0" presStyleCnt="4"/>
      <dgm:spPr/>
    </dgm:pt>
    <dgm:pt modelId="{065FA0BA-1DD5-4C9C-9792-D8C948CCA31E}" type="pres">
      <dgm:prSet presAssocID="{7686CC4F-8254-42B0-A88A-05FBD2D6D223}" presName="horz1" presStyleCnt="0"/>
      <dgm:spPr/>
    </dgm:pt>
    <dgm:pt modelId="{1148FD29-DE4B-4400-9530-E34CD33446EC}" type="pres">
      <dgm:prSet presAssocID="{7686CC4F-8254-42B0-A88A-05FBD2D6D223}" presName="tx1" presStyleLbl="revTx" presStyleIdx="0" presStyleCnt="4"/>
      <dgm:spPr/>
    </dgm:pt>
    <dgm:pt modelId="{92DA1139-0710-4F0E-88B7-D35A1F43EFF7}" type="pres">
      <dgm:prSet presAssocID="{7686CC4F-8254-42B0-A88A-05FBD2D6D223}" presName="vert1" presStyleCnt="0"/>
      <dgm:spPr/>
    </dgm:pt>
    <dgm:pt modelId="{D3583534-0EBA-4FBE-B687-2369AB12ACBA}" type="pres">
      <dgm:prSet presAssocID="{7F26B40D-9354-4937-832C-9EDC6AF597B5}" presName="thickLine" presStyleLbl="alignNode1" presStyleIdx="1" presStyleCnt="4"/>
      <dgm:spPr/>
    </dgm:pt>
    <dgm:pt modelId="{C74347AB-1D15-4DBF-BE2D-8279B2F459BC}" type="pres">
      <dgm:prSet presAssocID="{7F26B40D-9354-4937-832C-9EDC6AF597B5}" presName="horz1" presStyleCnt="0"/>
      <dgm:spPr/>
    </dgm:pt>
    <dgm:pt modelId="{0175D2D6-3CE4-4E33-82FB-4183261B64E1}" type="pres">
      <dgm:prSet presAssocID="{7F26B40D-9354-4937-832C-9EDC6AF597B5}" presName="tx1" presStyleLbl="revTx" presStyleIdx="1" presStyleCnt="4"/>
      <dgm:spPr/>
    </dgm:pt>
    <dgm:pt modelId="{312B1E63-AA8F-4192-8DA2-FBFB80A3DA0B}" type="pres">
      <dgm:prSet presAssocID="{7F26B40D-9354-4937-832C-9EDC6AF597B5}" presName="vert1" presStyleCnt="0"/>
      <dgm:spPr/>
    </dgm:pt>
    <dgm:pt modelId="{EBDE0BEA-0212-42AF-9C9C-8B9EA89D8708}" type="pres">
      <dgm:prSet presAssocID="{38E6B636-51E8-4616-9062-A4CDEE9ABD5D}" presName="thickLine" presStyleLbl="alignNode1" presStyleIdx="2" presStyleCnt="4"/>
      <dgm:spPr/>
    </dgm:pt>
    <dgm:pt modelId="{455619A8-4F07-4BEE-8D1B-B943AEFB3012}" type="pres">
      <dgm:prSet presAssocID="{38E6B636-51E8-4616-9062-A4CDEE9ABD5D}" presName="horz1" presStyleCnt="0"/>
      <dgm:spPr/>
    </dgm:pt>
    <dgm:pt modelId="{8AF13861-3645-4BA7-A747-DD92CF95C3CF}" type="pres">
      <dgm:prSet presAssocID="{38E6B636-51E8-4616-9062-A4CDEE9ABD5D}" presName="tx1" presStyleLbl="revTx" presStyleIdx="2" presStyleCnt="4"/>
      <dgm:spPr/>
    </dgm:pt>
    <dgm:pt modelId="{ACEE7E52-2AB3-435E-9EC9-E6D4F124F29C}" type="pres">
      <dgm:prSet presAssocID="{38E6B636-51E8-4616-9062-A4CDEE9ABD5D}" presName="vert1" presStyleCnt="0"/>
      <dgm:spPr/>
    </dgm:pt>
    <dgm:pt modelId="{7BC58F8F-4D3E-4B1A-B3B9-8BF1C0BD24D3}" type="pres">
      <dgm:prSet presAssocID="{83789B72-A64A-4D3E-85C5-25721B543851}" presName="thickLine" presStyleLbl="alignNode1" presStyleIdx="3" presStyleCnt="4"/>
      <dgm:spPr/>
    </dgm:pt>
    <dgm:pt modelId="{2AF870A8-863F-4040-9D1C-B8B4FC6E65FF}" type="pres">
      <dgm:prSet presAssocID="{83789B72-A64A-4D3E-85C5-25721B543851}" presName="horz1" presStyleCnt="0"/>
      <dgm:spPr/>
    </dgm:pt>
    <dgm:pt modelId="{AD50D367-8AE0-47F0-B89E-DFEC324566E4}" type="pres">
      <dgm:prSet presAssocID="{83789B72-A64A-4D3E-85C5-25721B543851}" presName="tx1" presStyleLbl="revTx" presStyleIdx="3" presStyleCnt="4"/>
      <dgm:spPr/>
    </dgm:pt>
    <dgm:pt modelId="{FAA54C96-46B2-43AE-92F3-8E2F1571A91D}" type="pres">
      <dgm:prSet presAssocID="{83789B72-A64A-4D3E-85C5-25721B543851}" presName="vert1" presStyleCnt="0"/>
      <dgm:spPr/>
    </dgm:pt>
  </dgm:ptLst>
  <dgm:cxnLst>
    <dgm:cxn modelId="{9E927A6B-8418-4C16-87C9-6E48D841546D}" type="presOf" srcId="{7686CC4F-8254-42B0-A88A-05FBD2D6D223}" destId="{1148FD29-DE4B-4400-9530-E34CD33446EC}" srcOrd="0" destOrd="0" presId="urn:microsoft.com/office/officeart/2008/layout/LinedList"/>
    <dgm:cxn modelId="{3AFE5176-FE4F-4383-82FD-06011A7CE0AD}" type="presOf" srcId="{83789B72-A64A-4D3E-85C5-25721B543851}" destId="{AD50D367-8AE0-47F0-B89E-DFEC324566E4}" srcOrd="0" destOrd="0" presId="urn:microsoft.com/office/officeart/2008/layout/LinedList"/>
    <dgm:cxn modelId="{F73E837A-5E91-40A5-A574-0F66C8F938D3}" type="presOf" srcId="{38E6B636-51E8-4616-9062-A4CDEE9ABD5D}" destId="{8AF13861-3645-4BA7-A747-DD92CF95C3CF}" srcOrd="0" destOrd="0" presId="urn:microsoft.com/office/officeart/2008/layout/LinedList"/>
    <dgm:cxn modelId="{BF6AF37A-FF7E-42DD-93B5-34D1BB2A2E35}" srcId="{59DC506F-8E18-47E5-B24F-5A7A94D0F461}" destId="{7686CC4F-8254-42B0-A88A-05FBD2D6D223}" srcOrd="0" destOrd="0" parTransId="{548DF197-5CAA-4747-A533-1F317F7A8773}" sibTransId="{564C8B28-9E6A-48D0-B3C1-40D15BE399B0}"/>
    <dgm:cxn modelId="{83B29784-E598-4DA7-9AB8-937213F8DEE1}" type="presOf" srcId="{7F26B40D-9354-4937-832C-9EDC6AF597B5}" destId="{0175D2D6-3CE4-4E33-82FB-4183261B64E1}" srcOrd="0" destOrd="0" presId="urn:microsoft.com/office/officeart/2008/layout/LinedList"/>
    <dgm:cxn modelId="{1DBEE385-5EFD-4EDB-B8B3-25F40F8F9328}" srcId="{59DC506F-8E18-47E5-B24F-5A7A94D0F461}" destId="{7F26B40D-9354-4937-832C-9EDC6AF597B5}" srcOrd="1" destOrd="0" parTransId="{B081DAC8-69AB-47BE-AB7F-516257B68F11}" sibTransId="{29C7A50F-D9C2-4B5F-AC5A-6BCCAAD90096}"/>
    <dgm:cxn modelId="{68EA7793-CFAB-493F-909D-6AFB5038DACA}" srcId="{59DC506F-8E18-47E5-B24F-5A7A94D0F461}" destId="{83789B72-A64A-4D3E-85C5-25721B543851}" srcOrd="3" destOrd="0" parTransId="{218C440D-C1F1-4966-9FC0-05533AEF5132}" sibTransId="{C73864D0-53EC-4124-A228-5E35B94C4EFF}"/>
    <dgm:cxn modelId="{CB254EBE-1331-46A0-AC4A-A9D2D7737929}" srcId="{59DC506F-8E18-47E5-B24F-5A7A94D0F461}" destId="{38E6B636-51E8-4616-9062-A4CDEE9ABD5D}" srcOrd="2" destOrd="0" parTransId="{B8E559BE-362C-44D1-B0EE-32377E183B9C}" sibTransId="{6FFC3FC7-F53A-4FD2-8274-71A1D9DF1A5B}"/>
    <dgm:cxn modelId="{BB0FA6D4-5BB1-463F-92DC-BB5AC1C337EB}" type="presOf" srcId="{59DC506F-8E18-47E5-B24F-5A7A94D0F461}" destId="{01D2FEA4-E981-411E-ADC1-16E8C831864F}" srcOrd="0" destOrd="0" presId="urn:microsoft.com/office/officeart/2008/layout/LinedList"/>
    <dgm:cxn modelId="{48C91CBD-79C9-4BE8-9BA4-CF399F846F77}" type="presParOf" srcId="{01D2FEA4-E981-411E-ADC1-16E8C831864F}" destId="{436A1D4B-5E7D-4747-910E-87E1FBAD4491}" srcOrd="0" destOrd="0" presId="urn:microsoft.com/office/officeart/2008/layout/LinedList"/>
    <dgm:cxn modelId="{C9C706ED-4FCA-488D-A658-8B0022A2AC28}" type="presParOf" srcId="{01D2FEA4-E981-411E-ADC1-16E8C831864F}" destId="{065FA0BA-1DD5-4C9C-9792-D8C948CCA31E}" srcOrd="1" destOrd="0" presId="urn:microsoft.com/office/officeart/2008/layout/LinedList"/>
    <dgm:cxn modelId="{B891DFC6-3ED2-44B5-9BAA-76C5F609C5E6}" type="presParOf" srcId="{065FA0BA-1DD5-4C9C-9792-D8C948CCA31E}" destId="{1148FD29-DE4B-4400-9530-E34CD33446EC}" srcOrd="0" destOrd="0" presId="urn:microsoft.com/office/officeart/2008/layout/LinedList"/>
    <dgm:cxn modelId="{028129AC-CF4A-4B87-BAD7-BD33B5FC197E}" type="presParOf" srcId="{065FA0BA-1DD5-4C9C-9792-D8C948CCA31E}" destId="{92DA1139-0710-4F0E-88B7-D35A1F43EFF7}" srcOrd="1" destOrd="0" presId="urn:microsoft.com/office/officeart/2008/layout/LinedList"/>
    <dgm:cxn modelId="{1BF7E7B7-2270-4DFB-95FF-53554795347A}" type="presParOf" srcId="{01D2FEA4-E981-411E-ADC1-16E8C831864F}" destId="{D3583534-0EBA-4FBE-B687-2369AB12ACBA}" srcOrd="2" destOrd="0" presId="urn:microsoft.com/office/officeart/2008/layout/LinedList"/>
    <dgm:cxn modelId="{B797C8F5-6B61-4703-8C5E-B973E3BAEE9D}" type="presParOf" srcId="{01D2FEA4-E981-411E-ADC1-16E8C831864F}" destId="{C74347AB-1D15-4DBF-BE2D-8279B2F459BC}" srcOrd="3" destOrd="0" presId="urn:microsoft.com/office/officeart/2008/layout/LinedList"/>
    <dgm:cxn modelId="{570ADCCE-61D1-4C20-88B8-EFAAAE6DA0EE}" type="presParOf" srcId="{C74347AB-1D15-4DBF-BE2D-8279B2F459BC}" destId="{0175D2D6-3CE4-4E33-82FB-4183261B64E1}" srcOrd="0" destOrd="0" presId="urn:microsoft.com/office/officeart/2008/layout/LinedList"/>
    <dgm:cxn modelId="{9BFF5D69-E1DA-48AA-9267-A37C22DB4959}" type="presParOf" srcId="{C74347AB-1D15-4DBF-BE2D-8279B2F459BC}" destId="{312B1E63-AA8F-4192-8DA2-FBFB80A3DA0B}" srcOrd="1" destOrd="0" presId="urn:microsoft.com/office/officeart/2008/layout/LinedList"/>
    <dgm:cxn modelId="{41293F29-402E-4F6C-8CB6-8BDC1AB1F145}" type="presParOf" srcId="{01D2FEA4-E981-411E-ADC1-16E8C831864F}" destId="{EBDE0BEA-0212-42AF-9C9C-8B9EA89D8708}" srcOrd="4" destOrd="0" presId="urn:microsoft.com/office/officeart/2008/layout/LinedList"/>
    <dgm:cxn modelId="{0C02C800-3D13-483A-B45F-D2571D819DEA}" type="presParOf" srcId="{01D2FEA4-E981-411E-ADC1-16E8C831864F}" destId="{455619A8-4F07-4BEE-8D1B-B943AEFB3012}" srcOrd="5" destOrd="0" presId="urn:microsoft.com/office/officeart/2008/layout/LinedList"/>
    <dgm:cxn modelId="{7CF96F27-C2B7-44DA-AAA4-A2E05E1F02F7}" type="presParOf" srcId="{455619A8-4F07-4BEE-8D1B-B943AEFB3012}" destId="{8AF13861-3645-4BA7-A747-DD92CF95C3CF}" srcOrd="0" destOrd="0" presId="urn:microsoft.com/office/officeart/2008/layout/LinedList"/>
    <dgm:cxn modelId="{E6B38B95-200A-404D-8882-B40C8164AB49}" type="presParOf" srcId="{455619A8-4F07-4BEE-8D1B-B943AEFB3012}" destId="{ACEE7E52-2AB3-435E-9EC9-E6D4F124F29C}" srcOrd="1" destOrd="0" presId="urn:microsoft.com/office/officeart/2008/layout/LinedList"/>
    <dgm:cxn modelId="{1FFCCDC5-0A01-498B-B086-F6A4125557D3}" type="presParOf" srcId="{01D2FEA4-E981-411E-ADC1-16E8C831864F}" destId="{7BC58F8F-4D3E-4B1A-B3B9-8BF1C0BD24D3}" srcOrd="6" destOrd="0" presId="urn:microsoft.com/office/officeart/2008/layout/LinedList"/>
    <dgm:cxn modelId="{9343C4E4-37E1-4B85-8572-622D47BEBD8B}" type="presParOf" srcId="{01D2FEA4-E981-411E-ADC1-16E8C831864F}" destId="{2AF870A8-863F-4040-9D1C-B8B4FC6E65FF}" srcOrd="7" destOrd="0" presId="urn:microsoft.com/office/officeart/2008/layout/LinedList"/>
    <dgm:cxn modelId="{516886EE-D953-405C-97B8-B1613D5C2118}" type="presParOf" srcId="{2AF870A8-863F-4040-9D1C-B8B4FC6E65FF}" destId="{AD50D367-8AE0-47F0-B89E-DFEC324566E4}" srcOrd="0" destOrd="0" presId="urn:microsoft.com/office/officeart/2008/layout/LinedList"/>
    <dgm:cxn modelId="{15076DAC-0006-4081-868A-71FBA0E42DB4}" type="presParOf" srcId="{2AF870A8-863F-4040-9D1C-B8B4FC6E65FF}" destId="{FAA54C96-46B2-43AE-92F3-8E2F1571A91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B3022B-3F29-4E2E-81C9-7F7077443A7A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41B46C5-34AA-41D6-9171-AD6D63B34D4C}">
      <dgm:prSet/>
      <dgm:spPr/>
      <dgm:t>
        <a:bodyPr/>
        <a:lstStyle/>
        <a:p>
          <a:r>
            <a:rPr lang="en-US"/>
            <a:t>Under-reporting of incidents is common (fear of negative consequences is the key factor)</a:t>
          </a:r>
        </a:p>
      </dgm:t>
    </dgm:pt>
    <dgm:pt modelId="{362E2C9E-7403-4585-AB97-EA92FE58EBA6}" type="parTrans" cxnId="{BCF5F652-82F3-45DC-936D-15988482D27E}">
      <dgm:prSet/>
      <dgm:spPr/>
      <dgm:t>
        <a:bodyPr/>
        <a:lstStyle/>
        <a:p>
          <a:endParaRPr lang="en-US"/>
        </a:p>
      </dgm:t>
    </dgm:pt>
    <dgm:pt modelId="{4FD24480-145C-4094-B569-EF2D7029D5B3}" type="sibTrans" cxnId="{BCF5F652-82F3-45DC-936D-15988482D27E}">
      <dgm:prSet/>
      <dgm:spPr/>
      <dgm:t>
        <a:bodyPr/>
        <a:lstStyle/>
        <a:p>
          <a:endParaRPr lang="en-US"/>
        </a:p>
      </dgm:t>
    </dgm:pt>
    <dgm:pt modelId="{F184BC18-3A5F-42CF-AFD9-0AA6B982175F}">
      <dgm:prSet/>
      <dgm:spPr/>
      <dgm:t>
        <a:bodyPr/>
        <a:lstStyle/>
        <a:p>
          <a:r>
            <a:rPr lang="en-US"/>
            <a:t>Requires deep cultural and behavioral changes, not just new policies.</a:t>
          </a:r>
        </a:p>
      </dgm:t>
    </dgm:pt>
    <dgm:pt modelId="{163E05D6-BD5F-43DD-91A5-F32ECF1B6607}" type="parTrans" cxnId="{07E000C6-9BB8-48AA-AC13-5D647B7A20DB}">
      <dgm:prSet/>
      <dgm:spPr/>
      <dgm:t>
        <a:bodyPr/>
        <a:lstStyle/>
        <a:p>
          <a:endParaRPr lang="en-US"/>
        </a:p>
      </dgm:t>
    </dgm:pt>
    <dgm:pt modelId="{7322010D-E015-4B51-8C42-E469629CD20E}" type="sibTrans" cxnId="{07E000C6-9BB8-48AA-AC13-5D647B7A20DB}">
      <dgm:prSet/>
      <dgm:spPr/>
      <dgm:t>
        <a:bodyPr/>
        <a:lstStyle/>
        <a:p>
          <a:endParaRPr lang="en-US"/>
        </a:p>
      </dgm:t>
    </dgm:pt>
    <dgm:pt modelId="{76AC1ADA-EEDE-40D2-9BF6-7198CAB81B79}">
      <dgm:prSet/>
      <dgm:spPr/>
      <dgm:t>
        <a:bodyPr/>
        <a:lstStyle/>
        <a:p>
          <a:r>
            <a:rPr lang="en-US"/>
            <a:t>Trust with leadership will respond fairly and consistently to events.</a:t>
          </a:r>
        </a:p>
      </dgm:t>
    </dgm:pt>
    <dgm:pt modelId="{707D9E60-EF70-414A-840D-1A2EB006CAC9}" type="parTrans" cxnId="{C549E20B-5D7C-414B-B35B-628C49F8DC44}">
      <dgm:prSet/>
      <dgm:spPr/>
      <dgm:t>
        <a:bodyPr/>
        <a:lstStyle/>
        <a:p>
          <a:endParaRPr lang="en-US"/>
        </a:p>
      </dgm:t>
    </dgm:pt>
    <dgm:pt modelId="{22761742-81C6-423F-A032-F5BD8E91C70A}" type="sibTrans" cxnId="{C549E20B-5D7C-414B-B35B-628C49F8DC44}">
      <dgm:prSet/>
      <dgm:spPr/>
      <dgm:t>
        <a:bodyPr/>
        <a:lstStyle/>
        <a:p>
          <a:endParaRPr lang="en-US"/>
        </a:p>
      </dgm:t>
    </dgm:pt>
    <dgm:pt modelId="{5C70A4FA-360D-401B-AF9D-7758D3A44437}" type="pres">
      <dgm:prSet presAssocID="{42B3022B-3F29-4E2E-81C9-7F7077443A7A}" presName="vert0" presStyleCnt="0">
        <dgm:presLayoutVars>
          <dgm:dir/>
          <dgm:animOne val="branch"/>
          <dgm:animLvl val="lvl"/>
        </dgm:presLayoutVars>
      </dgm:prSet>
      <dgm:spPr/>
    </dgm:pt>
    <dgm:pt modelId="{CB704581-25D6-42C9-A4E3-004CCA2F448B}" type="pres">
      <dgm:prSet presAssocID="{541B46C5-34AA-41D6-9171-AD6D63B34D4C}" presName="thickLine" presStyleLbl="alignNode1" presStyleIdx="0" presStyleCnt="3"/>
      <dgm:spPr/>
    </dgm:pt>
    <dgm:pt modelId="{BB443E37-3018-483F-AF2E-02877F4B00E5}" type="pres">
      <dgm:prSet presAssocID="{541B46C5-34AA-41D6-9171-AD6D63B34D4C}" presName="horz1" presStyleCnt="0"/>
      <dgm:spPr/>
    </dgm:pt>
    <dgm:pt modelId="{286041B9-48DF-4004-9AF0-E9C9AE427102}" type="pres">
      <dgm:prSet presAssocID="{541B46C5-34AA-41D6-9171-AD6D63B34D4C}" presName="tx1" presStyleLbl="revTx" presStyleIdx="0" presStyleCnt="3"/>
      <dgm:spPr/>
    </dgm:pt>
    <dgm:pt modelId="{69A2E898-0389-4924-8265-D665176E3EC7}" type="pres">
      <dgm:prSet presAssocID="{541B46C5-34AA-41D6-9171-AD6D63B34D4C}" presName="vert1" presStyleCnt="0"/>
      <dgm:spPr/>
    </dgm:pt>
    <dgm:pt modelId="{19F44F1C-EDD7-4421-AEF7-A92D252055E4}" type="pres">
      <dgm:prSet presAssocID="{F184BC18-3A5F-42CF-AFD9-0AA6B982175F}" presName="thickLine" presStyleLbl="alignNode1" presStyleIdx="1" presStyleCnt="3"/>
      <dgm:spPr/>
    </dgm:pt>
    <dgm:pt modelId="{C3400293-34C9-43CA-ABD6-34BE5000A35B}" type="pres">
      <dgm:prSet presAssocID="{F184BC18-3A5F-42CF-AFD9-0AA6B982175F}" presName="horz1" presStyleCnt="0"/>
      <dgm:spPr/>
    </dgm:pt>
    <dgm:pt modelId="{B7C8CF66-C0B5-493E-97C3-B635B2BFD58D}" type="pres">
      <dgm:prSet presAssocID="{F184BC18-3A5F-42CF-AFD9-0AA6B982175F}" presName="tx1" presStyleLbl="revTx" presStyleIdx="1" presStyleCnt="3"/>
      <dgm:spPr/>
    </dgm:pt>
    <dgm:pt modelId="{EF48478F-4441-412B-A4DF-2B8B601851E1}" type="pres">
      <dgm:prSet presAssocID="{F184BC18-3A5F-42CF-AFD9-0AA6B982175F}" presName="vert1" presStyleCnt="0"/>
      <dgm:spPr/>
    </dgm:pt>
    <dgm:pt modelId="{3800D671-BE7C-4A29-9235-B03EACC58FCD}" type="pres">
      <dgm:prSet presAssocID="{76AC1ADA-EEDE-40D2-9BF6-7198CAB81B79}" presName="thickLine" presStyleLbl="alignNode1" presStyleIdx="2" presStyleCnt="3"/>
      <dgm:spPr/>
    </dgm:pt>
    <dgm:pt modelId="{504BF20B-228C-4AAC-9E9A-4ED31C55D9F7}" type="pres">
      <dgm:prSet presAssocID="{76AC1ADA-EEDE-40D2-9BF6-7198CAB81B79}" presName="horz1" presStyleCnt="0"/>
      <dgm:spPr/>
    </dgm:pt>
    <dgm:pt modelId="{6AC1241E-2DD7-4025-9BA2-B74E7E1C0C25}" type="pres">
      <dgm:prSet presAssocID="{76AC1ADA-EEDE-40D2-9BF6-7198CAB81B79}" presName="tx1" presStyleLbl="revTx" presStyleIdx="2" presStyleCnt="3"/>
      <dgm:spPr/>
    </dgm:pt>
    <dgm:pt modelId="{83A40CF3-B9FF-4F45-9237-5A0B8C40F58B}" type="pres">
      <dgm:prSet presAssocID="{76AC1ADA-EEDE-40D2-9BF6-7198CAB81B79}" presName="vert1" presStyleCnt="0"/>
      <dgm:spPr/>
    </dgm:pt>
  </dgm:ptLst>
  <dgm:cxnLst>
    <dgm:cxn modelId="{C549E20B-5D7C-414B-B35B-628C49F8DC44}" srcId="{42B3022B-3F29-4E2E-81C9-7F7077443A7A}" destId="{76AC1ADA-EEDE-40D2-9BF6-7198CAB81B79}" srcOrd="2" destOrd="0" parTransId="{707D9E60-EF70-414A-840D-1A2EB006CAC9}" sibTransId="{22761742-81C6-423F-A032-F5BD8E91C70A}"/>
    <dgm:cxn modelId="{77A7785C-93D4-4972-A4EB-773E71ACA96E}" type="presOf" srcId="{F184BC18-3A5F-42CF-AFD9-0AA6B982175F}" destId="{B7C8CF66-C0B5-493E-97C3-B635B2BFD58D}" srcOrd="0" destOrd="0" presId="urn:microsoft.com/office/officeart/2008/layout/LinedList"/>
    <dgm:cxn modelId="{D1A9BF62-E70C-48FD-8D10-A3E5F168218B}" type="presOf" srcId="{42B3022B-3F29-4E2E-81C9-7F7077443A7A}" destId="{5C70A4FA-360D-401B-AF9D-7758D3A44437}" srcOrd="0" destOrd="0" presId="urn:microsoft.com/office/officeart/2008/layout/LinedList"/>
    <dgm:cxn modelId="{BCF5F652-82F3-45DC-936D-15988482D27E}" srcId="{42B3022B-3F29-4E2E-81C9-7F7077443A7A}" destId="{541B46C5-34AA-41D6-9171-AD6D63B34D4C}" srcOrd="0" destOrd="0" parTransId="{362E2C9E-7403-4585-AB97-EA92FE58EBA6}" sibTransId="{4FD24480-145C-4094-B569-EF2D7029D5B3}"/>
    <dgm:cxn modelId="{9FE1D953-8682-4646-9C46-5AD97B754D5A}" type="presOf" srcId="{76AC1ADA-EEDE-40D2-9BF6-7198CAB81B79}" destId="{6AC1241E-2DD7-4025-9BA2-B74E7E1C0C25}" srcOrd="0" destOrd="0" presId="urn:microsoft.com/office/officeart/2008/layout/LinedList"/>
    <dgm:cxn modelId="{07E000C6-9BB8-48AA-AC13-5D647B7A20DB}" srcId="{42B3022B-3F29-4E2E-81C9-7F7077443A7A}" destId="{F184BC18-3A5F-42CF-AFD9-0AA6B982175F}" srcOrd="1" destOrd="0" parTransId="{163E05D6-BD5F-43DD-91A5-F32ECF1B6607}" sibTransId="{7322010D-E015-4B51-8C42-E469629CD20E}"/>
    <dgm:cxn modelId="{9A5E2ACD-3161-427D-9B4A-680D865A5A47}" type="presOf" srcId="{541B46C5-34AA-41D6-9171-AD6D63B34D4C}" destId="{286041B9-48DF-4004-9AF0-E9C9AE427102}" srcOrd="0" destOrd="0" presId="urn:microsoft.com/office/officeart/2008/layout/LinedList"/>
    <dgm:cxn modelId="{63DC6D7C-55C6-4870-BF86-F82A38557FD7}" type="presParOf" srcId="{5C70A4FA-360D-401B-AF9D-7758D3A44437}" destId="{CB704581-25D6-42C9-A4E3-004CCA2F448B}" srcOrd="0" destOrd="0" presId="urn:microsoft.com/office/officeart/2008/layout/LinedList"/>
    <dgm:cxn modelId="{2170B295-54CA-45AD-AD5E-C26E79D733B2}" type="presParOf" srcId="{5C70A4FA-360D-401B-AF9D-7758D3A44437}" destId="{BB443E37-3018-483F-AF2E-02877F4B00E5}" srcOrd="1" destOrd="0" presId="urn:microsoft.com/office/officeart/2008/layout/LinedList"/>
    <dgm:cxn modelId="{BA36F34F-9DB1-464D-A733-2EEF3931C1D4}" type="presParOf" srcId="{BB443E37-3018-483F-AF2E-02877F4B00E5}" destId="{286041B9-48DF-4004-9AF0-E9C9AE427102}" srcOrd="0" destOrd="0" presId="urn:microsoft.com/office/officeart/2008/layout/LinedList"/>
    <dgm:cxn modelId="{EE2CB730-50F0-4959-86BC-97EAFAAA8BDA}" type="presParOf" srcId="{BB443E37-3018-483F-AF2E-02877F4B00E5}" destId="{69A2E898-0389-4924-8265-D665176E3EC7}" srcOrd="1" destOrd="0" presId="urn:microsoft.com/office/officeart/2008/layout/LinedList"/>
    <dgm:cxn modelId="{664F0171-DA14-47A6-8BDB-5CC43E2658CF}" type="presParOf" srcId="{5C70A4FA-360D-401B-AF9D-7758D3A44437}" destId="{19F44F1C-EDD7-4421-AEF7-A92D252055E4}" srcOrd="2" destOrd="0" presId="urn:microsoft.com/office/officeart/2008/layout/LinedList"/>
    <dgm:cxn modelId="{6D87FC4E-0267-4565-BEFB-1452E975F4CE}" type="presParOf" srcId="{5C70A4FA-360D-401B-AF9D-7758D3A44437}" destId="{C3400293-34C9-43CA-ABD6-34BE5000A35B}" srcOrd="3" destOrd="0" presId="urn:microsoft.com/office/officeart/2008/layout/LinedList"/>
    <dgm:cxn modelId="{9443700C-F945-4A9E-9265-228D6C44A7D7}" type="presParOf" srcId="{C3400293-34C9-43CA-ABD6-34BE5000A35B}" destId="{B7C8CF66-C0B5-493E-97C3-B635B2BFD58D}" srcOrd="0" destOrd="0" presId="urn:microsoft.com/office/officeart/2008/layout/LinedList"/>
    <dgm:cxn modelId="{93B40144-8D46-4891-98D1-8F13E302B629}" type="presParOf" srcId="{C3400293-34C9-43CA-ABD6-34BE5000A35B}" destId="{EF48478F-4441-412B-A4DF-2B8B601851E1}" srcOrd="1" destOrd="0" presId="urn:microsoft.com/office/officeart/2008/layout/LinedList"/>
    <dgm:cxn modelId="{CC0D29FD-B008-430D-A610-AF849AA9B743}" type="presParOf" srcId="{5C70A4FA-360D-401B-AF9D-7758D3A44437}" destId="{3800D671-BE7C-4A29-9235-B03EACC58FCD}" srcOrd="4" destOrd="0" presId="urn:microsoft.com/office/officeart/2008/layout/LinedList"/>
    <dgm:cxn modelId="{B6A59554-0244-4036-8DDE-6BB36D78999C}" type="presParOf" srcId="{5C70A4FA-360D-401B-AF9D-7758D3A44437}" destId="{504BF20B-228C-4AAC-9E9A-4ED31C55D9F7}" srcOrd="5" destOrd="0" presId="urn:microsoft.com/office/officeart/2008/layout/LinedList"/>
    <dgm:cxn modelId="{306C5135-3EBF-4BFA-B91C-080FDC34C4E2}" type="presParOf" srcId="{504BF20B-228C-4AAC-9E9A-4ED31C55D9F7}" destId="{6AC1241E-2DD7-4025-9BA2-B74E7E1C0C25}" srcOrd="0" destOrd="0" presId="urn:microsoft.com/office/officeart/2008/layout/LinedList"/>
    <dgm:cxn modelId="{2C83B54B-9EE9-41BF-B547-BB20CC070E64}" type="presParOf" srcId="{504BF20B-228C-4AAC-9E9A-4ED31C55D9F7}" destId="{83A40CF3-B9FF-4F45-9237-5A0B8C40F5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5791D5-2231-4FBE-BCCA-727259D8BB55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6D8B3C2-AF4F-45A4-9F3E-742A3D445FE5}">
      <dgm:prSet/>
      <dgm:spPr/>
      <dgm:t>
        <a:bodyPr/>
        <a:lstStyle/>
        <a:p>
          <a:r>
            <a:rPr lang="en-US"/>
            <a:t>Blame culture: Reliance on punitive responses to error makes employees expect discipline rather than learning.</a:t>
          </a:r>
        </a:p>
      </dgm:t>
    </dgm:pt>
    <dgm:pt modelId="{7D3D214D-BEF5-4FCF-86AC-22E83953CB63}" type="parTrans" cxnId="{F46DD548-BF84-459F-855D-5742998BCC9F}">
      <dgm:prSet/>
      <dgm:spPr/>
      <dgm:t>
        <a:bodyPr/>
        <a:lstStyle/>
        <a:p>
          <a:endParaRPr lang="en-US"/>
        </a:p>
      </dgm:t>
    </dgm:pt>
    <dgm:pt modelId="{4E72FA5E-8CED-4570-AA1C-240841BA13DE}" type="sibTrans" cxnId="{F46DD548-BF84-459F-855D-5742998BCC9F}">
      <dgm:prSet/>
      <dgm:spPr/>
      <dgm:t>
        <a:bodyPr/>
        <a:lstStyle/>
        <a:p>
          <a:endParaRPr lang="en-US"/>
        </a:p>
      </dgm:t>
    </dgm:pt>
    <dgm:pt modelId="{48632DDB-810D-435F-A117-96D70C2D895C}">
      <dgm:prSet/>
      <dgm:spPr/>
      <dgm:t>
        <a:bodyPr/>
        <a:lstStyle/>
        <a:p>
          <a:r>
            <a:rPr lang="en-US"/>
            <a:t>Fear of punishment: Job loss, loss of license, or reputation.</a:t>
          </a:r>
        </a:p>
      </dgm:t>
    </dgm:pt>
    <dgm:pt modelId="{C119AD2A-E2E1-4DC2-BA3E-9CBEE218B30F}" type="parTrans" cxnId="{DDEC850B-AD1C-44DD-BE2A-D803F44DF38C}">
      <dgm:prSet/>
      <dgm:spPr/>
      <dgm:t>
        <a:bodyPr/>
        <a:lstStyle/>
        <a:p>
          <a:endParaRPr lang="en-US"/>
        </a:p>
      </dgm:t>
    </dgm:pt>
    <dgm:pt modelId="{433A794A-9895-4B69-B4BB-B24B6FC199B7}" type="sibTrans" cxnId="{DDEC850B-AD1C-44DD-BE2A-D803F44DF38C}">
      <dgm:prSet/>
      <dgm:spPr/>
      <dgm:t>
        <a:bodyPr/>
        <a:lstStyle/>
        <a:p>
          <a:endParaRPr lang="en-US"/>
        </a:p>
      </dgm:t>
    </dgm:pt>
    <dgm:pt modelId="{EFC786CA-C8ED-4877-A6AF-8F156DBBF645}">
      <dgm:prSet/>
      <dgm:spPr/>
      <dgm:t>
        <a:bodyPr/>
        <a:lstStyle/>
        <a:p>
          <a:r>
            <a:rPr lang="en-US"/>
            <a:t>Outcome bias: Harsher judgments when the consequence is more severe, even if the behavior was reasonable, discourages transparent reporting.</a:t>
          </a:r>
        </a:p>
      </dgm:t>
    </dgm:pt>
    <dgm:pt modelId="{D1906507-31EB-4331-9B94-32FD74B9F3BB}" type="parTrans" cxnId="{DC6C2134-EAA7-4F6B-A09C-88BBAB50E65D}">
      <dgm:prSet/>
      <dgm:spPr/>
      <dgm:t>
        <a:bodyPr/>
        <a:lstStyle/>
        <a:p>
          <a:endParaRPr lang="en-US"/>
        </a:p>
      </dgm:t>
    </dgm:pt>
    <dgm:pt modelId="{DCCB1F70-AB6C-4E0B-9312-DF08472794F2}" type="sibTrans" cxnId="{DC6C2134-EAA7-4F6B-A09C-88BBAB50E65D}">
      <dgm:prSet/>
      <dgm:spPr/>
      <dgm:t>
        <a:bodyPr/>
        <a:lstStyle/>
        <a:p>
          <a:endParaRPr lang="en-US"/>
        </a:p>
      </dgm:t>
    </dgm:pt>
    <dgm:pt modelId="{C05125D9-5967-42EC-AE07-A56FA77134B8}" type="pres">
      <dgm:prSet presAssocID="{DE5791D5-2231-4FBE-BCCA-727259D8BB55}" presName="vert0" presStyleCnt="0">
        <dgm:presLayoutVars>
          <dgm:dir/>
          <dgm:animOne val="branch"/>
          <dgm:animLvl val="lvl"/>
        </dgm:presLayoutVars>
      </dgm:prSet>
      <dgm:spPr/>
    </dgm:pt>
    <dgm:pt modelId="{DFAD253F-61DE-4407-A50B-11BE87CBF587}" type="pres">
      <dgm:prSet presAssocID="{96D8B3C2-AF4F-45A4-9F3E-742A3D445FE5}" presName="thickLine" presStyleLbl="alignNode1" presStyleIdx="0" presStyleCnt="3"/>
      <dgm:spPr/>
    </dgm:pt>
    <dgm:pt modelId="{50B4A867-F2D8-4DA4-8D5B-44989BA8E290}" type="pres">
      <dgm:prSet presAssocID="{96D8B3C2-AF4F-45A4-9F3E-742A3D445FE5}" presName="horz1" presStyleCnt="0"/>
      <dgm:spPr/>
    </dgm:pt>
    <dgm:pt modelId="{90870342-841F-44B2-BAAE-52D8D98CE9A8}" type="pres">
      <dgm:prSet presAssocID="{96D8B3C2-AF4F-45A4-9F3E-742A3D445FE5}" presName="tx1" presStyleLbl="revTx" presStyleIdx="0" presStyleCnt="3"/>
      <dgm:spPr/>
    </dgm:pt>
    <dgm:pt modelId="{A496DBBC-89BC-471B-BAC6-C02E6353DBA0}" type="pres">
      <dgm:prSet presAssocID="{96D8B3C2-AF4F-45A4-9F3E-742A3D445FE5}" presName="vert1" presStyleCnt="0"/>
      <dgm:spPr/>
    </dgm:pt>
    <dgm:pt modelId="{E38050AA-0862-44A8-8EB5-404F356A5756}" type="pres">
      <dgm:prSet presAssocID="{48632DDB-810D-435F-A117-96D70C2D895C}" presName="thickLine" presStyleLbl="alignNode1" presStyleIdx="1" presStyleCnt="3"/>
      <dgm:spPr/>
    </dgm:pt>
    <dgm:pt modelId="{6E2E3918-5EDA-4CB5-8C36-A4EE7883F537}" type="pres">
      <dgm:prSet presAssocID="{48632DDB-810D-435F-A117-96D70C2D895C}" presName="horz1" presStyleCnt="0"/>
      <dgm:spPr/>
    </dgm:pt>
    <dgm:pt modelId="{9EEDE4A6-210F-4D75-8290-C93EB16BF5CF}" type="pres">
      <dgm:prSet presAssocID="{48632DDB-810D-435F-A117-96D70C2D895C}" presName="tx1" presStyleLbl="revTx" presStyleIdx="1" presStyleCnt="3"/>
      <dgm:spPr/>
    </dgm:pt>
    <dgm:pt modelId="{A8B50A33-A9E4-44E3-8498-7C2BE880A215}" type="pres">
      <dgm:prSet presAssocID="{48632DDB-810D-435F-A117-96D70C2D895C}" presName="vert1" presStyleCnt="0"/>
      <dgm:spPr/>
    </dgm:pt>
    <dgm:pt modelId="{979AA2B1-B9FC-4EF5-A04A-7FF70BF063AC}" type="pres">
      <dgm:prSet presAssocID="{EFC786CA-C8ED-4877-A6AF-8F156DBBF645}" presName="thickLine" presStyleLbl="alignNode1" presStyleIdx="2" presStyleCnt="3"/>
      <dgm:spPr/>
    </dgm:pt>
    <dgm:pt modelId="{19275B7E-DE00-4A7D-8C4B-42B0263DC6E1}" type="pres">
      <dgm:prSet presAssocID="{EFC786CA-C8ED-4877-A6AF-8F156DBBF645}" presName="horz1" presStyleCnt="0"/>
      <dgm:spPr/>
    </dgm:pt>
    <dgm:pt modelId="{0918F6AD-57C3-4EF9-9EAD-5C03FFE55181}" type="pres">
      <dgm:prSet presAssocID="{EFC786CA-C8ED-4877-A6AF-8F156DBBF645}" presName="tx1" presStyleLbl="revTx" presStyleIdx="2" presStyleCnt="3"/>
      <dgm:spPr/>
    </dgm:pt>
    <dgm:pt modelId="{E718D041-149E-4E12-B50D-FF7FB349F260}" type="pres">
      <dgm:prSet presAssocID="{EFC786CA-C8ED-4877-A6AF-8F156DBBF645}" presName="vert1" presStyleCnt="0"/>
      <dgm:spPr/>
    </dgm:pt>
  </dgm:ptLst>
  <dgm:cxnLst>
    <dgm:cxn modelId="{B5A5BB04-4F62-43D0-8B7A-497620F62B7B}" type="presOf" srcId="{48632DDB-810D-435F-A117-96D70C2D895C}" destId="{9EEDE4A6-210F-4D75-8290-C93EB16BF5CF}" srcOrd="0" destOrd="0" presId="urn:microsoft.com/office/officeart/2008/layout/LinedList"/>
    <dgm:cxn modelId="{013E0008-23BB-4CC1-A91F-5FC38205EEC4}" type="presOf" srcId="{DE5791D5-2231-4FBE-BCCA-727259D8BB55}" destId="{C05125D9-5967-42EC-AE07-A56FA77134B8}" srcOrd="0" destOrd="0" presId="urn:microsoft.com/office/officeart/2008/layout/LinedList"/>
    <dgm:cxn modelId="{050B9208-2516-4C04-BB8E-BA3479F11DCF}" type="presOf" srcId="{96D8B3C2-AF4F-45A4-9F3E-742A3D445FE5}" destId="{90870342-841F-44B2-BAAE-52D8D98CE9A8}" srcOrd="0" destOrd="0" presId="urn:microsoft.com/office/officeart/2008/layout/LinedList"/>
    <dgm:cxn modelId="{DDEC850B-AD1C-44DD-BE2A-D803F44DF38C}" srcId="{DE5791D5-2231-4FBE-BCCA-727259D8BB55}" destId="{48632DDB-810D-435F-A117-96D70C2D895C}" srcOrd="1" destOrd="0" parTransId="{C119AD2A-E2E1-4DC2-BA3E-9CBEE218B30F}" sibTransId="{433A794A-9895-4B69-B4BB-B24B6FC199B7}"/>
    <dgm:cxn modelId="{DBEC9B18-2717-424D-A2A4-894F6D2546DB}" type="presOf" srcId="{EFC786CA-C8ED-4877-A6AF-8F156DBBF645}" destId="{0918F6AD-57C3-4EF9-9EAD-5C03FFE55181}" srcOrd="0" destOrd="0" presId="urn:microsoft.com/office/officeart/2008/layout/LinedList"/>
    <dgm:cxn modelId="{DC6C2134-EAA7-4F6B-A09C-88BBAB50E65D}" srcId="{DE5791D5-2231-4FBE-BCCA-727259D8BB55}" destId="{EFC786CA-C8ED-4877-A6AF-8F156DBBF645}" srcOrd="2" destOrd="0" parTransId="{D1906507-31EB-4331-9B94-32FD74B9F3BB}" sibTransId="{DCCB1F70-AB6C-4E0B-9312-DF08472794F2}"/>
    <dgm:cxn modelId="{F46DD548-BF84-459F-855D-5742998BCC9F}" srcId="{DE5791D5-2231-4FBE-BCCA-727259D8BB55}" destId="{96D8B3C2-AF4F-45A4-9F3E-742A3D445FE5}" srcOrd="0" destOrd="0" parTransId="{7D3D214D-BEF5-4FCF-86AC-22E83953CB63}" sibTransId="{4E72FA5E-8CED-4570-AA1C-240841BA13DE}"/>
    <dgm:cxn modelId="{F36B5AC8-6167-4DCE-A60A-05693638F924}" type="presParOf" srcId="{C05125D9-5967-42EC-AE07-A56FA77134B8}" destId="{DFAD253F-61DE-4407-A50B-11BE87CBF587}" srcOrd="0" destOrd="0" presId="urn:microsoft.com/office/officeart/2008/layout/LinedList"/>
    <dgm:cxn modelId="{1D2EA7A6-9700-4BCC-9041-DB35E9BECE99}" type="presParOf" srcId="{C05125D9-5967-42EC-AE07-A56FA77134B8}" destId="{50B4A867-F2D8-4DA4-8D5B-44989BA8E290}" srcOrd="1" destOrd="0" presId="urn:microsoft.com/office/officeart/2008/layout/LinedList"/>
    <dgm:cxn modelId="{98720A12-EA5A-41B1-81D4-E1CC920F6BCA}" type="presParOf" srcId="{50B4A867-F2D8-4DA4-8D5B-44989BA8E290}" destId="{90870342-841F-44B2-BAAE-52D8D98CE9A8}" srcOrd="0" destOrd="0" presId="urn:microsoft.com/office/officeart/2008/layout/LinedList"/>
    <dgm:cxn modelId="{FFB0C978-2F1A-47FD-92D2-C300FC122201}" type="presParOf" srcId="{50B4A867-F2D8-4DA4-8D5B-44989BA8E290}" destId="{A496DBBC-89BC-471B-BAC6-C02E6353DBA0}" srcOrd="1" destOrd="0" presId="urn:microsoft.com/office/officeart/2008/layout/LinedList"/>
    <dgm:cxn modelId="{F4805A54-6E3E-4BB3-88F4-33E8A0D324A2}" type="presParOf" srcId="{C05125D9-5967-42EC-AE07-A56FA77134B8}" destId="{E38050AA-0862-44A8-8EB5-404F356A5756}" srcOrd="2" destOrd="0" presId="urn:microsoft.com/office/officeart/2008/layout/LinedList"/>
    <dgm:cxn modelId="{9CB9DF52-AF14-4546-8F07-39D86BA1BAA5}" type="presParOf" srcId="{C05125D9-5967-42EC-AE07-A56FA77134B8}" destId="{6E2E3918-5EDA-4CB5-8C36-A4EE7883F537}" srcOrd="3" destOrd="0" presId="urn:microsoft.com/office/officeart/2008/layout/LinedList"/>
    <dgm:cxn modelId="{04D30D4C-A066-4B52-B54E-F28E9132C8B0}" type="presParOf" srcId="{6E2E3918-5EDA-4CB5-8C36-A4EE7883F537}" destId="{9EEDE4A6-210F-4D75-8290-C93EB16BF5CF}" srcOrd="0" destOrd="0" presId="urn:microsoft.com/office/officeart/2008/layout/LinedList"/>
    <dgm:cxn modelId="{85C5724A-0D6B-46E2-8F92-81495ACC379F}" type="presParOf" srcId="{6E2E3918-5EDA-4CB5-8C36-A4EE7883F537}" destId="{A8B50A33-A9E4-44E3-8498-7C2BE880A215}" srcOrd="1" destOrd="0" presId="urn:microsoft.com/office/officeart/2008/layout/LinedList"/>
    <dgm:cxn modelId="{769BFE3C-B122-419B-BB1D-3E8EC3C6ADB2}" type="presParOf" srcId="{C05125D9-5967-42EC-AE07-A56FA77134B8}" destId="{979AA2B1-B9FC-4EF5-A04A-7FF70BF063AC}" srcOrd="4" destOrd="0" presId="urn:microsoft.com/office/officeart/2008/layout/LinedList"/>
    <dgm:cxn modelId="{AF5E868B-EB82-48C0-9953-6F3A2115691A}" type="presParOf" srcId="{C05125D9-5967-42EC-AE07-A56FA77134B8}" destId="{19275B7E-DE00-4A7D-8C4B-42B0263DC6E1}" srcOrd="5" destOrd="0" presId="urn:microsoft.com/office/officeart/2008/layout/LinedList"/>
    <dgm:cxn modelId="{F8E82615-39F5-4C39-B659-102A6BB4F6B1}" type="presParOf" srcId="{19275B7E-DE00-4A7D-8C4B-42B0263DC6E1}" destId="{0918F6AD-57C3-4EF9-9EAD-5C03FFE55181}" srcOrd="0" destOrd="0" presId="urn:microsoft.com/office/officeart/2008/layout/LinedList"/>
    <dgm:cxn modelId="{D1208F84-673C-4E8E-91F9-3097897D4020}" type="presParOf" srcId="{19275B7E-DE00-4A7D-8C4B-42B0263DC6E1}" destId="{E718D041-149E-4E12-B50D-FF7FB349F2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DBBB11-C085-4045-BA48-DF819C0044E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0E08977-C9EA-443B-8BAD-7B37CCD4ACA0}">
      <dgm:prSet/>
      <dgm:spPr/>
      <dgm:t>
        <a:bodyPr/>
        <a:lstStyle/>
        <a:p>
          <a:r>
            <a:rPr lang="en-US"/>
            <a:t>Time pressure and workload: staff may not have time to submit detailed reports during busy peak hours or quarters.</a:t>
          </a:r>
        </a:p>
      </dgm:t>
    </dgm:pt>
    <dgm:pt modelId="{1C9267AC-ACC5-4E2D-9DC8-5658C88666CC}" type="parTrans" cxnId="{4E414A4C-C068-4AD7-AE6A-B8624279E0FD}">
      <dgm:prSet/>
      <dgm:spPr/>
      <dgm:t>
        <a:bodyPr/>
        <a:lstStyle/>
        <a:p>
          <a:endParaRPr lang="en-US"/>
        </a:p>
      </dgm:t>
    </dgm:pt>
    <dgm:pt modelId="{61AB9790-2585-420B-837D-D4A376B17AAB}" type="sibTrans" cxnId="{4E414A4C-C068-4AD7-AE6A-B8624279E0FD}">
      <dgm:prSet/>
      <dgm:spPr/>
      <dgm:t>
        <a:bodyPr/>
        <a:lstStyle/>
        <a:p>
          <a:endParaRPr lang="en-US"/>
        </a:p>
      </dgm:t>
    </dgm:pt>
    <dgm:pt modelId="{678AED2B-96B2-4446-A67D-02CF48C5523F}">
      <dgm:prSet/>
      <dgm:spPr/>
      <dgm:t>
        <a:bodyPr/>
        <a:lstStyle/>
        <a:p>
          <a:r>
            <a:rPr lang="en-US"/>
            <a:t>Inaccessible reporting systems: Complex forms or limited access reduce reporting.</a:t>
          </a:r>
        </a:p>
      </dgm:t>
    </dgm:pt>
    <dgm:pt modelId="{EC0A78A4-DC1E-4AA0-984E-393DBC80FACC}" type="parTrans" cxnId="{1F00023F-819F-453F-AAAC-FECF09222597}">
      <dgm:prSet/>
      <dgm:spPr/>
      <dgm:t>
        <a:bodyPr/>
        <a:lstStyle/>
        <a:p>
          <a:endParaRPr lang="en-US"/>
        </a:p>
      </dgm:t>
    </dgm:pt>
    <dgm:pt modelId="{8EE7CA40-12F5-47E2-AE40-ED4FDE244C6A}" type="sibTrans" cxnId="{1F00023F-819F-453F-AAAC-FECF09222597}">
      <dgm:prSet/>
      <dgm:spPr/>
      <dgm:t>
        <a:bodyPr/>
        <a:lstStyle/>
        <a:p>
          <a:endParaRPr lang="en-US"/>
        </a:p>
      </dgm:t>
    </dgm:pt>
    <dgm:pt modelId="{C57FF338-EBC8-4A9F-B4B4-E673C732FD89}">
      <dgm:prSet/>
      <dgm:spPr/>
      <dgm:t>
        <a:bodyPr/>
        <a:lstStyle/>
        <a:p>
          <a:r>
            <a:rPr lang="en-US"/>
            <a:t>Insufficient training: What to report? How to report?</a:t>
          </a:r>
        </a:p>
      </dgm:t>
    </dgm:pt>
    <dgm:pt modelId="{F085F02A-2430-4182-BDC6-7A3846AC7C7C}" type="parTrans" cxnId="{FC4F449D-716F-4790-A961-C553D2B7B135}">
      <dgm:prSet/>
      <dgm:spPr/>
      <dgm:t>
        <a:bodyPr/>
        <a:lstStyle/>
        <a:p>
          <a:endParaRPr lang="en-US"/>
        </a:p>
      </dgm:t>
    </dgm:pt>
    <dgm:pt modelId="{EB85AE9D-A735-4E14-BCB7-3F8D32F2BFEE}" type="sibTrans" cxnId="{FC4F449D-716F-4790-A961-C553D2B7B135}">
      <dgm:prSet/>
      <dgm:spPr/>
      <dgm:t>
        <a:bodyPr/>
        <a:lstStyle/>
        <a:p>
          <a:endParaRPr lang="en-US"/>
        </a:p>
      </dgm:t>
    </dgm:pt>
    <dgm:pt modelId="{79BAB326-26A7-4E81-89BC-CC1F7FC0A90B}">
      <dgm:prSet/>
      <dgm:spPr/>
      <dgm:t>
        <a:bodyPr/>
        <a:lstStyle/>
        <a:p>
          <a:r>
            <a:rPr lang="en-US"/>
            <a:t>Lack of dedicated resources: Time, data analysists, training budgets.</a:t>
          </a:r>
        </a:p>
      </dgm:t>
    </dgm:pt>
    <dgm:pt modelId="{5D7FEB02-FB1B-4B3B-AFC1-FCF0A413A88B}" type="parTrans" cxnId="{1F66C977-DC2D-43D0-9BB4-56BA10EB5D6F}">
      <dgm:prSet/>
      <dgm:spPr/>
      <dgm:t>
        <a:bodyPr/>
        <a:lstStyle/>
        <a:p>
          <a:endParaRPr lang="en-US"/>
        </a:p>
      </dgm:t>
    </dgm:pt>
    <dgm:pt modelId="{97CF7B8F-45EB-4C3B-86A9-2BFE78C926BE}" type="sibTrans" cxnId="{1F66C977-DC2D-43D0-9BB4-56BA10EB5D6F}">
      <dgm:prSet/>
      <dgm:spPr/>
      <dgm:t>
        <a:bodyPr/>
        <a:lstStyle/>
        <a:p>
          <a:endParaRPr lang="en-US"/>
        </a:p>
      </dgm:t>
    </dgm:pt>
    <dgm:pt modelId="{B99037E8-92F0-4C3D-B084-0E259849ECF1}" type="pres">
      <dgm:prSet presAssocID="{09DBBB11-C085-4045-BA48-DF819C0044EF}" presName="vert0" presStyleCnt="0">
        <dgm:presLayoutVars>
          <dgm:dir/>
          <dgm:animOne val="branch"/>
          <dgm:animLvl val="lvl"/>
        </dgm:presLayoutVars>
      </dgm:prSet>
      <dgm:spPr/>
    </dgm:pt>
    <dgm:pt modelId="{67E3C144-015F-4CC2-AD99-4EF80FEECE27}" type="pres">
      <dgm:prSet presAssocID="{40E08977-C9EA-443B-8BAD-7B37CCD4ACA0}" presName="thickLine" presStyleLbl="alignNode1" presStyleIdx="0" presStyleCnt="4"/>
      <dgm:spPr/>
    </dgm:pt>
    <dgm:pt modelId="{83DFBC49-5542-4D0A-BD1F-57DE392C1388}" type="pres">
      <dgm:prSet presAssocID="{40E08977-C9EA-443B-8BAD-7B37CCD4ACA0}" presName="horz1" presStyleCnt="0"/>
      <dgm:spPr/>
    </dgm:pt>
    <dgm:pt modelId="{FFECECAF-E94E-43C5-99AC-52320F40F79C}" type="pres">
      <dgm:prSet presAssocID="{40E08977-C9EA-443B-8BAD-7B37CCD4ACA0}" presName="tx1" presStyleLbl="revTx" presStyleIdx="0" presStyleCnt="4"/>
      <dgm:spPr/>
    </dgm:pt>
    <dgm:pt modelId="{AC42446D-04AD-4066-A79A-EC58AB860BF1}" type="pres">
      <dgm:prSet presAssocID="{40E08977-C9EA-443B-8BAD-7B37CCD4ACA0}" presName="vert1" presStyleCnt="0"/>
      <dgm:spPr/>
    </dgm:pt>
    <dgm:pt modelId="{70A5AD02-ADE8-4592-BAD3-1F6A4935B5BD}" type="pres">
      <dgm:prSet presAssocID="{678AED2B-96B2-4446-A67D-02CF48C5523F}" presName="thickLine" presStyleLbl="alignNode1" presStyleIdx="1" presStyleCnt="4"/>
      <dgm:spPr/>
    </dgm:pt>
    <dgm:pt modelId="{BE70A65F-FFD5-4E3A-8C34-F059BDBC7339}" type="pres">
      <dgm:prSet presAssocID="{678AED2B-96B2-4446-A67D-02CF48C5523F}" presName="horz1" presStyleCnt="0"/>
      <dgm:spPr/>
    </dgm:pt>
    <dgm:pt modelId="{CD7D2367-03A1-4DA3-A6C7-67AD89E7C641}" type="pres">
      <dgm:prSet presAssocID="{678AED2B-96B2-4446-A67D-02CF48C5523F}" presName="tx1" presStyleLbl="revTx" presStyleIdx="1" presStyleCnt="4"/>
      <dgm:spPr/>
    </dgm:pt>
    <dgm:pt modelId="{877206F7-1244-4DE5-ABB5-8A8F62B63736}" type="pres">
      <dgm:prSet presAssocID="{678AED2B-96B2-4446-A67D-02CF48C5523F}" presName="vert1" presStyleCnt="0"/>
      <dgm:spPr/>
    </dgm:pt>
    <dgm:pt modelId="{F096597E-0574-4CEC-8542-90721E8D838C}" type="pres">
      <dgm:prSet presAssocID="{C57FF338-EBC8-4A9F-B4B4-E673C732FD89}" presName="thickLine" presStyleLbl="alignNode1" presStyleIdx="2" presStyleCnt="4"/>
      <dgm:spPr/>
    </dgm:pt>
    <dgm:pt modelId="{DE0D4F00-B222-4CB5-955C-174B7C7B26F4}" type="pres">
      <dgm:prSet presAssocID="{C57FF338-EBC8-4A9F-B4B4-E673C732FD89}" presName="horz1" presStyleCnt="0"/>
      <dgm:spPr/>
    </dgm:pt>
    <dgm:pt modelId="{8F9B84E4-1FA6-4C83-8C2F-8C8180D1F718}" type="pres">
      <dgm:prSet presAssocID="{C57FF338-EBC8-4A9F-B4B4-E673C732FD89}" presName="tx1" presStyleLbl="revTx" presStyleIdx="2" presStyleCnt="4"/>
      <dgm:spPr/>
    </dgm:pt>
    <dgm:pt modelId="{8AEDD286-4DED-423E-8FDF-47EF2A1E86FA}" type="pres">
      <dgm:prSet presAssocID="{C57FF338-EBC8-4A9F-B4B4-E673C732FD89}" presName="vert1" presStyleCnt="0"/>
      <dgm:spPr/>
    </dgm:pt>
    <dgm:pt modelId="{1537090E-7A4D-4EAF-B817-ECC327C57821}" type="pres">
      <dgm:prSet presAssocID="{79BAB326-26A7-4E81-89BC-CC1F7FC0A90B}" presName="thickLine" presStyleLbl="alignNode1" presStyleIdx="3" presStyleCnt="4"/>
      <dgm:spPr/>
    </dgm:pt>
    <dgm:pt modelId="{031AF645-3D0E-4678-A317-3753DBAA042A}" type="pres">
      <dgm:prSet presAssocID="{79BAB326-26A7-4E81-89BC-CC1F7FC0A90B}" presName="horz1" presStyleCnt="0"/>
      <dgm:spPr/>
    </dgm:pt>
    <dgm:pt modelId="{3118DC4C-B689-48F7-B101-61607060FC64}" type="pres">
      <dgm:prSet presAssocID="{79BAB326-26A7-4E81-89BC-CC1F7FC0A90B}" presName="tx1" presStyleLbl="revTx" presStyleIdx="3" presStyleCnt="4"/>
      <dgm:spPr/>
    </dgm:pt>
    <dgm:pt modelId="{D8B66C90-16A3-44A9-875C-4C47396E934A}" type="pres">
      <dgm:prSet presAssocID="{79BAB326-26A7-4E81-89BC-CC1F7FC0A90B}" presName="vert1" presStyleCnt="0"/>
      <dgm:spPr/>
    </dgm:pt>
  </dgm:ptLst>
  <dgm:cxnLst>
    <dgm:cxn modelId="{0F02E52A-F51A-4AF2-9B12-904AB6F913B4}" type="presOf" srcId="{79BAB326-26A7-4E81-89BC-CC1F7FC0A90B}" destId="{3118DC4C-B689-48F7-B101-61607060FC64}" srcOrd="0" destOrd="0" presId="urn:microsoft.com/office/officeart/2008/layout/LinedList"/>
    <dgm:cxn modelId="{1F00023F-819F-453F-AAAC-FECF09222597}" srcId="{09DBBB11-C085-4045-BA48-DF819C0044EF}" destId="{678AED2B-96B2-4446-A67D-02CF48C5523F}" srcOrd="1" destOrd="0" parTransId="{EC0A78A4-DC1E-4AA0-984E-393DBC80FACC}" sibTransId="{8EE7CA40-12F5-47E2-AE40-ED4FDE244C6A}"/>
    <dgm:cxn modelId="{4E414A4C-C068-4AD7-AE6A-B8624279E0FD}" srcId="{09DBBB11-C085-4045-BA48-DF819C0044EF}" destId="{40E08977-C9EA-443B-8BAD-7B37CCD4ACA0}" srcOrd="0" destOrd="0" parTransId="{1C9267AC-ACC5-4E2D-9DC8-5658C88666CC}" sibTransId="{61AB9790-2585-420B-837D-D4A376B17AAB}"/>
    <dgm:cxn modelId="{1F66C977-DC2D-43D0-9BB4-56BA10EB5D6F}" srcId="{09DBBB11-C085-4045-BA48-DF819C0044EF}" destId="{79BAB326-26A7-4E81-89BC-CC1F7FC0A90B}" srcOrd="3" destOrd="0" parTransId="{5D7FEB02-FB1B-4B3B-AFC1-FCF0A413A88B}" sibTransId="{97CF7B8F-45EB-4C3B-86A9-2BFE78C926BE}"/>
    <dgm:cxn modelId="{FC4F449D-716F-4790-A961-C553D2B7B135}" srcId="{09DBBB11-C085-4045-BA48-DF819C0044EF}" destId="{C57FF338-EBC8-4A9F-B4B4-E673C732FD89}" srcOrd="2" destOrd="0" parTransId="{F085F02A-2430-4182-BDC6-7A3846AC7C7C}" sibTransId="{EB85AE9D-A735-4E14-BCB7-3F8D32F2BFEE}"/>
    <dgm:cxn modelId="{A797A2BB-3CB1-434D-9B3A-C512659390C8}" type="presOf" srcId="{40E08977-C9EA-443B-8BAD-7B37CCD4ACA0}" destId="{FFECECAF-E94E-43C5-99AC-52320F40F79C}" srcOrd="0" destOrd="0" presId="urn:microsoft.com/office/officeart/2008/layout/LinedList"/>
    <dgm:cxn modelId="{CE8FAEC0-9491-4ACF-A486-98CD52F4DA68}" type="presOf" srcId="{09DBBB11-C085-4045-BA48-DF819C0044EF}" destId="{B99037E8-92F0-4C3D-B084-0E259849ECF1}" srcOrd="0" destOrd="0" presId="urn:microsoft.com/office/officeart/2008/layout/LinedList"/>
    <dgm:cxn modelId="{C5FEAEEE-503B-468A-BC1D-C01C0C5AE21B}" type="presOf" srcId="{C57FF338-EBC8-4A9F-B4B4-E673C732FD89}" destId="{8F9B84E4-1FA6-4C83-8C2F-8C8180D1F718}" srcOrd="0" destOrd="0" presId="urn:microsoft.com/office/officeart/2008/layout/LinedList"/>
    <dgm:cxn modelId="{053BE0FE-04DB-4415-A492-A8A5B7046777}" type="presOf" srcId="{678AED2B-96B2-4446-A67D-02CF48C5523F}" destId="{CD7D2367-03A1-4DA3-A6C7-67AD89E7C641}" srcOrd="0" destOrd="0" presId="urn:microsoft.com/office/officeart/2008/layout/LinedList"/>
    <dgm:cxn modelId="{30C4F15A-CAFA-4BA5-B9F7-A220087A1B9A}" type="presParOf" srcId="{B99037E8-92F0-4C3D-B084-0E259849ECF1}" destId="{67E3C144-015F-4CC2-AD99-4EF80FEECE27}" srcOrd="0" destOrd="0" presId="urn:microsoft.com/office/officeart/2008/layout/LinedList"/>
    <dgm:cxn modelId="{507BB8E7-99C3-4F22-99F5-4B9A51B45FF6}" type="presParOf" srcId="{B99037E8-92F0-4C3D-B084-0E259849ECF1}" destId="{83DFBC49-5542-4D0A-BD1F-57DE392C1388}" srcOrd="1" destOrd="0" presId="urn:microsoft.com/office/officeart/2008/layout/LinedList"/>
    <dgm:cxn modelId="{BC00909B-0542-48AA-827A-3961A38A56EF}" type="presParOf" srcId="{83DFBC49-5542-4D0A-BD1F-57DE392C1388}" destId="{FFECECAF-E94E-43C5-99AC-52320F40F79C}" srcOrd="0" destOrd="0" presId="urn:microsoft.com/office/officeart/2008/layout/LinedList"/>
    <dgm:cxn modelId="{C4FB6AAF-BAC5-4A44-8F8B-48AA4DA30C67}" type="presParOf" srcId="{83DFBC49-5542-4D0A-BD1F-57DE392C1388}" destId="{AC42446D-04AD-4066-A79A-EC58AB860BF1}" srcOrd="1" destOrd="0" presId="urn:microsoft.com/office/officeart/2008/layout/LinedList"/>
    <dgm:cxn modelId="{0E1A5991-15AD-45F9-8A68-7EBF30D4C9B5}" type="presParOf" srcId="{B99037E8-92F0-4C3D-B084-0E259849ECF1}" destId="{70A5AD02-ADE8-4592-BAD3-1F6A4935B5BD}" srcOrd="2" destOrd="0" presId="urn:microsoft.com/office/officeart/2008/layout/LinedList"/>
    <dgm:cxn modelId="{F649F6DC-2763-4DF5-84BE-80AD250EB82D}" type="presParOf" srcId="{B99037E8-92F0-4C3D-B084-0E259849ECF1}" destId="{BE70A65F-FFD5-4E3A-8C34-F059BDBC7339}" srcOrd="3" destOrd="0" presId="urn:microsoft.com/office/officeart/2008/layout/LinedList"/>
    <dgm:cxn modelId="{B0ABD0DD-8872-4044-9203-DEC691120F44}" type="presParOf" srcId="{BE70A65F-FFD5-4E3A-8C34-F059BDBC7339}" destId="{CD7D2367-03A1-4DA3-A6C7-67AD89E7C641}" srcOrd="0" destOrd="0" presId="urn:microsoft.com/office/officeart/2008/layout/LinedList"/>
    <dgm:cxn modelId="{FF37A208-4EA9-4833-8148-5E2962367BC6}" type="presParOf" srcId="{BE70A65F-FFD5-4E3A-8C34-F059BDBC7339}" destId="{877206F7-1244-4DE5-ABB5-8A8F62B63736}" srcOrd="1" destOrd="0" presId="urn:microsoft.com/office/officeart/2008/layout/LinedList"/>
    <dgm:cxn modelId="{C5AEE25F-507E-4F35-AD4D-FF524ADD377C}" type="presParOf" srcId="{B99037E8-92F0-4C3D-B084-0E259849ECF1}" destId="{F096597E-0574-4CEC-8542-90721E8D838C}" srcOrd="4" destOrd="0" presId="urn:microsoft.com/office/officeart/2008/layout/LinedList"/>
    <dgm:cxn modelId="{94BE604C-1346-458C-A0D8-C84A3047A8A4}" type="presParOf" srcId="{B99037E8-92F0-4C3D-B084-0E259849ECF1}" destId="{DE0D4F00-B222-4CB5-955C-174B7C7B26F4}" srcOrd="5" destOrd="0" presId="urn:microsoft.com/office/officeart/2008/layout/LinedList"/>
    <dgm:cxn modelId="{9987A95A-7302-41FA-91D0-45E7BFBA4AD3}" type="presParOf" srcId="{DE0D4F00-B222-4CB5-955C-174B7C7B26F4}" destId="{8F9B84E4-1FA6-4C83-8C2F-8C8180D1F718}" srcOrd="0" destOrd="0" presId="urn:microsoft.com/office/officeart/2008/layout/LinedList"/>
    <dgm:cxn modelId="{08830C17-19B7-4E2E-91FB-CB9C2DC8F9A0}" type="presParOf" srcId="{DE0D4F00-B222-4CB5-955C-174B7C7B26F4}" destId="{8AEDD286-4DED-423E-8FDF-47EF2A1E86FA}" srcOrd="1" destOrd="0" presId="urn:microsoft.com/office/officeart/2008/layout/LinedList"/>
    <dgm:cxn modelId="{F182A89E-5B40-4369-92E3-732FD9B43220}" type="presParOf" srcId="{B99037E8-92F0-4C3D-B084-0E259849ECF1}" destId="{1537090E-7A4D-4EAF-B817-ECC327C57821}" srcOrd="6" destOrd="0" presId="urn:microsoft.com/office/officeart/2008/layout/LinedList"/>
    <dgm:cxn modelId="{8516B164-B15C-4756-BE45-B631EB56B768}" type="presParOf" srcId="{B99037E8-92F0-4C3D-B084-0E259849ECF1}" destId="{031AF645-3D0E-4678-A317-3753DBAA042A}" srcOrd="7" destOrd="0" presId="urn:microsoft.com/office/officeart/2008/layout/LinedList"/>
    <dgm:cxn modelId="{11EDA5D7-986E-453F-9257-D02FBE7A2AF1}" type="presParOf" srcId="{031AF645-3D0E-4678-A317-3753DBAA042A}" destId="{3118DC4C-B689-48F7-B101-61607060FC64}" srcOrd="0" destOrd="0" presId="urn:microsoft.com/office/officeart/2008/layout/LinedList"/>
    <dgm:cxn modelId="{6D166FF7-672D-4D46-8005-A305EA3FF73C}" type="presParOf" srcId="{031AF645-3D0E-4678-A317-3753DBAA042A}" destId="{D8B66C90-16A3-44A9-875C-4C47396E934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28A511-7B44-413C-A0A5-7B57879FE657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C30608-C49C-4151-96DA-BAA79074AD9F}">
      <dgm:prSet/>
      <dgm:spPr/>
      <dgm:t>
        <a:bodyPr/>
        <a:lstStyle/>
        <a:p>
          <a:r>
            <a:rPr lang="en-US" b="1" i="0" baseline="0"/>
            <a:t>1. Cultural Barriers</a:t>
          </a:r>
          <a:endParaRPr lang="en-US"/>
        </a:p>
      </dgm:t>
    </dgm:pt>
    <dgm:pt modelId="{4312D43E-C43E-4636-873E-0DDAEEC3F34B}" type="parTrans" cxnId="{B709328B-153E-4B07-9602-797030591CDE}">
      <dgm:prSet/>
      <dgm:spPr/>
      <dgm:t>
        <a:bodyPr/>
        <a:lstStyle/>
        <a:p>
          <a:endParaRPr lang="en-US"/>
        </a:p>
      </dgm:t>
    </dgm:pt>
    <dgm:pt modelId="{41DA20E7-F80A-48E9-980A-1C5E6772CE8E}" type="sibTrans" cxnId="{B709328B-153E-4B07-9602-797030591CDE}">
      <dgm:prSet/>
      <dgm:spPr/>
      <dgm:t>
        <a:bodyPr/>
        <a:lstStyle/>
        <a:p>
          <a:endParaRPr lang="en-US"/>
        </a:p>
      </dgm:t>
    </dgm:pt>
    <dgm:pt modelId="{9F651AFD-F480-4CC0-B590-474909A00A89}">
      <dgm:prSet/>
      <dgm:spPr/>
      <dgm:t>
        <a:bodyPr/>
        <a:lstStyle/>
        <a:p>
          <a:r>
            <a:rPr lang="en-US" b="0" i="0" baseline="0"/>
            <a:t>Blame/shame culture</a:t>
          </a:r>
          <a:endParaRPr lang="en-US"/>
        </a:p>
      </dgm:t>
    </dgm:pt>
    <dgm:pt modelId="{407E6A54-1A25-4F3F-8943-DEA16738F6BB}" type="parTrans" cxnId="{EA8A074E-CD2B-4A88-8A48-CE0B32CE8511}">
      <dgm:prSet/>
      <dgm:spPr/>
      <dgm:t>
        <a:bodyPr/>
        <a:lstStyle/>
        <a:p>
          <a:endParaRPr lang="en-US"/>
        </a:p>
      </dgm:t>
    </dgm:pt>
    <dgm:pt modelId="{F6D3496A-E2FB-4C36-A8DD-9334CE989530}" type="sibTrans" cxnId="{EA8A074E-CD2B-4A88-8A48-CE0B32CE8511}">
      <dgm:prSet/>
      <dgm:spPr/>
      <dgm:t>
        <a:bodyPr/>
        <a:lstStyle/>
        <a:p>
          <a:endParaRPr lang="en-US"/>
        </a:p>
      </dgm:t>
    </dgm:pt>
    <dgm:pt modelId="{046D26D9-CB32-49C5-9565-8D0143450C55}">
      <dgm:prSet/>
      <dgm:spPr/>
      <dgm:t>
        <a:bodyPr/>
        <a:lstStyle/>
        <a:p>
          <a:r>
            <a:rPr lang="en-US" b="0" i="0" baseline="0"/>
            <a:t>Fear of punishment</a:t>
          </a:r>
          <a:endParaRPr lang="en-US"/>
        </a:p>
      </dgm:t>
    </dgm:pt>
    <dgm:pt modelId="{986EA84C-E369-48E9-9FA8-F0C89CAA1A58}" type="parTrans" cxnId="{79623E37-F4BD-4344-A130-2AB05CDB0BB2}">
      <dgm:prSet/>
      <dgm:spPr/>
      <dgm:t>
        <a:bodyPr/>
        <a:lstStyle/>
        <a:p>
          <a:endParaRPr lang="en-US"/>
        </a:p>
      </dgm:t>
    </dgm:pt>
    <dgm:pt modelId="{92D5DCEA-FD60-41C0-A124-84E852A7147B}" type="sibTrans" cxnId="{79623E37-F4BD-4344-A130-2AB05CDB0BB2}">
      <dgm:prSet/>
      <dgm:spPr/>
      <dgm:t>
        <a:bodyPr/>
        <a:lstStyle/>
        <a:p>
          <a:endParaRPr lang="en-US"/>
        </a:p>
      </dgm:t>
    </dgm:pt>
    <dgm:pt modelId="{2738B54E-1ECE-4BC9-894D-57F6ACB02156}">
      <dgm:prSet/>
      <dgm:spPr/>
      <dgm:t>
        <a:bodyPr/>
        <a:lstStyle/>
        <a:p>
          <a:r>
            <a:rPr lang="en-US" b="1" i="0" baseline="0"/>
            <a:t>2. Trust &amp; Process Barriers</a:t>
          </a:r>
          <a:endParaRPr lang="en-US"/>
        </a:p>
      </dgm:t>
    </dgm:pt>
    <dgm:pt modelId="{DA2E4B22-E2A5-47C8-9ECC-8D5D2D404BB3}" type="parTrans" cxnId="{5C5C7FA1-AADB-4B88-9F1E-6A38E7C5BF6B}">
      <dgm:prSet/>
      <dgm:spPr/>
      <dgm:t>
        <a:bodyPr/>
        <a:lstStyle/>
        <a:p>
          <a:endParaRPr lang="en-US"/>
        </a:p>
      </dgm:t>
    </dgm:pt>
    <dgm:pt modelId="{415496C9-72F8-4083-96FA-0769A6FD3455}" type="sibTrans" cxnId="{5C5C7FA1-AADB-4B88-9F1E-6A38E7C5BF6B}">
      <dgm:prSet/>
      <dgm:spPr/>
      <dgm:t>
        <a:bodyPr/>
        <a:lstStyle/>
        <a:p>
          <a:endParaRPr lang="en-US"/>
        </a:p>
      </dgm:t>
    </dgm:pt>
    <dgm:pt modelId="{D24D118A-3455-42A6-A816-1D4592BF56F1}">
      <dgm:prSet/>
      <dgm:spPr/>
      <dgm:t>
        <a:bodyPr/>
        <a:lstStyle/>
        <a:p>
          <a:r>
            <a:rPr lang="en-US" b="0" i="0" baseline="0"/>
            <a:t>Lack of transparency</a:t>
          </a:r>
          <a:endParaRPr lang="en-US"/>
        </a:p>
      </dgm:t>
    </dgm:pt>
    <dgm:pt modelId="{B8CEDD71-6A47-4370-AC4C-014A9FCF6F33}" type="parTrans" cxnId="{E6722FE5-99C8-4A5F-8E37-4FC9CC5F980B}">
      <dgm:prSet/>
      <dgm:spPr/>
      <dgm:t>
        <a:bodyPr/>
        <a:lstStyle/>
        <a:p>
          <a:endParaRPr lang="en-US"/>
        </a:p>
      </dgm:t>
    </dgm:pt>
    <dgm:pt modelId="{B2CA3825-010A-4106-AC09-5EA93E32279A}" type="sibTrans" cxnId="{E6722FE5-99C8-4A5F-8E37-4FC9CC5F980B}">
      <dgm:prSet/>
      <dgm:spPr/>
      <dgm:t>
        <a:bodyPr/>
        <a:lstStyle/>
        <a:p>
          <a:endParaRPr lang="en-US"/>
        </a:p>
      </dgm:t>
    </dgm:pt>
    <dgm:pt modelId="{C1EFBDCD-7B9E-4262-B1F1-6BD50AC08AEE}">
      <dgm:prSet/>
      <dgm:spPr/>
      <dgm:t>
        <a:bodyPr/>
        <a:lstStyle/>
        <a:p>
          <a:r>
            <a:rPr lang="en-US" b="0" i="0" baseline="0"/>
            <a:t>Inconsistent responses</a:t>
          </a:r>
          <a:endParaRPr lang="en-US"/>
        </a:p>
      </dgm:t>
    </dgm:pt>
    <dgm:pt modelId="{8B2EA262-8BB0-47A0-A40D-F6416D2E64CC}" type="parTrans" cxnId="{EF3AAC36-4310-41AE-8591-397BBF5EAD0B}">
      <dgm:prSet/>
      <dgm:spPr/>
      <dgm:t>
        <a:bodyPr/>
        <a:lstStyle/>
        <a:p>
          <a:endParaRPr lang="en-US"/>
        </a:p>
      </dgm:t>
    </dgm:pt>
    <dgm:pt modelId="{804669E7-2795-40B4-B23A-A12A2E1FD2F3}" type="sibTrans" cxnId="{EF3AAC36-4310-41AE-8591-397BBF5EAD0B}">
      <dgm:prSet/>
      <dgm:spPr/>
      <dgm:t>
        <a:bodyPr/>
        <a:lstStyle/>
        <a:p>
          <a:endParaRPr lang="en-US"/>
        </a:p>
      </dgm:t>
    </dgm:pt>
    <dgm:pt modelId="{E9A27228-4835-445D-AD95-1B03408E8931}">
      <dgm:prSet/>
      <dgm:spPr/>
      <dgm:t>
        <a:bodyPr/>
        <a:lstStyle/>
        <a:p>
          <a:r>
            <a:rPr lang="en-US" b="0" i="0" baseline="0"/>
            <a:t>No feedback on reports</a:t>
          </a:r>
          <a:endParaRPr lang="en-US"/>
        </a:p>
      </dgm:t>
    </dgm:pt>
    <dgm:pt modelId="{36B5A226-A68A-4174-B842-BFF601ECDB7D}" type="parTrans" cxnId="{DE6BA53F-0B36-4E4A-8ED2-44F17B6FEE66}">
      <dgm:prSet/>
      <dgm:spPr/>
      <dgm:t>
        <a:bodyPr/>
        <a:lstStyle/>
        <a:p>
          <a:endParaRPr lang="en-US"/>
        </a:p>
      </dgm:t>
    </dgm:pt>
    <dgm:pt modelId="{25D2D09C-99BE-40AE-B0BB-499E5B70B50E}" type="sibTrans" cxnId="{DE6BA53F-0B36-4E4A-8ED2-44F17B6FEE66}">
      <dgm:prSet/>
      <dgm:spPr/>
      <dgm:t>
        <a:bodyPr/>
        <a:lstStyle/>
        <a:p>
          <a:endParaRPr lang="en-US"/>
        </a:p>
      </dgm:t>
    </dgm:pt>
    <dgm:pt modelId="{FFD50282-E8A7-4F9A-81FC-9AD591B12411}">
      <dgm:prSet/>
      <dgm:spPr/>
      <dgm:t>
        <a:bodyPr/>
        <a:lstStyle/>
        <a:p>
          <a:r>
            <a:rPr lang="en-US" b="1" i="0" baseline="0"/>
            <a:t>3. Structural Barriers</a:t>
          </a:r>
          <a:endParaRPr lang="en-US"/>
        </a:p>
      </dgm:t>
    </dgm:pt>
    <dgm:pt modelId="{A3919E4D-8E85-4E1A-944C-38EBB0C78562}" type="parTrans" cxnId="{FE8D7EB8-525B-4389-BA9A-3E779D536422}">
      <dgm:prSet/>
      <dgm:spPr/>
      <dgm:t>
        <a:bodyPr/>
        <a:lstStyle/>
        <a:p>
          <a:endParaRPr lang="en-US"/>
        </a:p>
      </dgm:t>
    </dgm:pt>
    <dgm:pt modelId="{ED59C366-1D95-478A-97E1-218E7FD4D125}" type="sibTrans" cxnId="{FE8D7EB8-525B-4389-BA9A-3E779D536422}">
      <dgm:prSet/>
      <dgm:spPr/>
      <dgm:t>
        <a:bodyPr/>
        <a:lstStyle/>
        <a:p>
          <a:endParaRPr lang="en-US"/>
        </a:p>
      </dgm:t>
    </dgm:pt>
    <dgm:pt modelId="{F55C339C-920C-446F-A25E-2B967BBAA7A8}">
      <dgm:prSet/>
      <dgm:spPr/>
      <dgm:t>
        <a:bodyPr/>
        <a:lstStyle/>
        <a:p>
          <a:r>
            <a:rPr lang="en-US" b="0" i="0" baseline="0"/>
            <a:t>Time pressure, workload</a:t>
          </a:r>
          <a:endParaRPr lang="en-US"/>
        </a:p>
      </dgm:t>
    </dgm:pt>
    <dgm:pt modelId="{AD7B1E2D-F24F-42F1-9DB2-A22ED950F0DA}" type="parTrans" cxnId="{BF34A2C3-0D68-484A-B564-BD7EA16FDF69}">
      <dgm:prSet/>
      <dgm:spPr/>
      <dgm:t>
        <a:bodyPr/>
        <a:lstStyle/>
        <a:p>
          <a:endParaRPr lang="en-US"/>
        </a:p>
      </dgm:t>
    </dgm:pt>
    <dgm:pt modelId="{A8526621-5642-47F9-A1CF-1498B98C49C0}" type="sibTrans" cxnId="{BF34A2C3-0D68-484A-B564-BD7EA16FDF69}">
      <dgm:prSet/>
      <dgm:spPr/>
      <dgm:t>
        <a:bodyPr/>
        <a:lstStyle/>
        <a:p>
          <a:endParaRPr lang="en-US"/>
        </a:p>
      </dgm:t>
    </dgm:pt>
    <dgm:pt modelId="{DF250744-8D7C-4164-A9AE-D7DFDCC4379C}">
      <dgm:prSet/>
      <dgm:spPr/>
      <dgm:t>
        <a:bodyPr/>
        <a:lstStyle/>
        <a:p>
          <a:r>
            <a:rPr lang="en-US" b="0" i="0" baseline="0"/>
            <a:t>Complex reporting tools</a:t>
          </a:r>
          <a:endParaRPr lang="en-US"/>
        </a:p>
      </dgm:t>
    </dgm:pt>
    <dgm:pt modelId="{28542AD6-E172-4685-BCD5-1D8AAE03D41D}" type="parTrans" cxnId="{D1B3082E-EF25-46A3-883B-680AD4DD5B38}">
      <dgm:prSet/>
      <dgm:spPr/>
      <dgm:t>
        <a:bodyPr/>
        <a:lstStyle/>
        <a:p>
          <a:endParaRPr lang="en-US"/>
        </a:p>
      </dgm:t>
    </dgm:pt>
    <dgm:pt modelId="{F4C853AD-7067-4A16-AA89-F292CAF8F7D5}" type="sibTrans" cxnId="{D1B3082E-EF25-46A3-883B-680AD4DD5B38}">
      <dgm:prSet/>
      <dgm:spPr/>
      <dgm:t>
        <a:bodyPr/>
        <a:lstStyle/>
        <a:p>
          <a:endParaRPr lang="en-US"/>
        </a:p>
      </dgm:t>
    </dgm:pt>
    <dgm:pt modelId="{BDBEECB3-9055-4FE1-B94E-82732622D4BC}">
      <dgm:prSet/>
      <dgm:spPr/>
      <dgm:t>
        <a:bodyPr/>
        <a:lstStyle/>
        <a:p>
          <a:r>
            <a:rPr lang="en-US" b="0" i="0" baseline="0"/>
            <a:t>Limited training &amp; resources</a:t>
          </a:r>
          <a:endParaRPr lang="en-US"/>
        </a:p>
      </dgm:t>
    </dgm:pt>
    <dgm:pt modelId="{45F4BF51-1D93-40C4-98D0-B1D245CC5D0D}" type="parTrans" cxnId="{FF98C7BC-9F03-444B-8522-06FBAE60A253}">
      <dgm:prSet/>
      <dgm:spPr/>
      <dgm:t>
        <a:bodyPr/>
        <a:lstStyle/>
        <a:p>
          <a:endParaRPr lang="en-US"/>
        </a:p>
      </dgm:t>
    </dgm:pt>
    <dgm:pt modelId="{2EA16940-47FA-4808-B0C9-D55A0E9E366E}" type="sibTrans" cxnId="{FF98C7BC-9F03-444B-8522-06FBAE60A253}">
      <dgm:prSet/>
      <dgm:spPr/>
      <dgm:t>
        <a:bodyPr/>
        <a:lstStyle/>
        <a:p>
          <a:endParaRPr lang="en-US"/>
        </a:p>
      </dgm:t>
    </dgm:pt>
    <dgm:pt modelId="{E136713B-F8F7-44C2-A475-D53D1CED56E6}">
      <dgm:prSet/>
      <dgm:spPr/>
      <dgm:t>
        <a:bodyPr/>
        <a:lstStyle/>
        <a:p>
          <a:r>
            <a:rPr lang="en-US" b="1" i="0" baseline="0"/>
            <a:t>4. Leadership &amp; Change Barriers</a:t>
          </a:r>
          <a:endParaRPr lang="en-US"/>
        </a:p>
      </dgm:t>
    </dgm:pt>
    <dgm:pt modelId="{DC3DE7A1-D788-43D7-BF99-FA1269E192ED}" type="parTrans" cxnId="{1A77E554-AB34-4A43-B7EC-8615791935CF}">
      <dgm:prSet/>
      <dgm:spPr/>
      <dgm:t>
        <a:bodyPr/>
        <a:lstStyle/>
        <a:p>
          <a:endParaRPr lang="en-US"/>
        </a:p>
      </dgm:t>
    </dgm:pt>
    <dgm:pt modelId="{7344036B-0A0C-4064-AEEC-AC914C4DF732}" type="sibTrans" cxnId="{1A77E554-AB34-4A43-B7EC-8615791935CF}">
      <dgm:prSet/>
      <dgm:spPr/>
      <dgm:t>
        <a:bodyPr/>
        <a:lstStyle/>
        <a:p>
          <a:endParaRPr lang="en-US"/>
        </a:p>
      </dgm:t>
    </dgm:pt>
    <dgm:pt modelId="{71C38BB9-FA65-4FF8-A38F-2ABF8D0DE0D1}">
      <dgm:prSet/>
      <dgm:spPr/>
      <dgm:t>
        <a:bodyPr/>
        <a:lstStyle/>
        <a:p>
          <a:r>
            <a:rPr lang="en-US" b="0" i="0" baseline="0"/>
            <a:t>Weak leadership commitment</a:t>
          </a:r>
          <a:endParaRPr lang="en-US"/>
        </a:p>
      </dgm:t>
    </dgm:pt>
    <dgm:pt modelId="{F4D668D6-CC7C-45DC-9CDF-5721F7AF92D5}" type="parTrans" cxnId="{E9E22089-4BEF-47BC-9852-D3DFEA4BF2BC}">
      <dgm:prSet/>
      <dgm:spPr/>
      <dgm:t>
        <a:bodyPr/>
        <a:lstStyle/>
        <a:p>
          <a:endParaRPr lang="en-US"/>
        </a:p>
      </dgm:t>
    </dgm:pt>
    <dgm:pt modelId="{B63C595A-3991-42DD-AC3A-AACA5082D0FE}" type="sibTrans" cxnId="{E9E22089-4BEF-47BC-9852-D3DFEA4BF2BC}">
      <dgm:prSet/>
      <dgm:spPr/>
      <dgm:t>
        <a:bodyPr/>
        <a:lstStyle/>
        <a:p>
          <a:endParaRPr lang="en-US"/>
        </a:p>
      </dgm:t>
    </dgm:pt>
    <dgm:pt modelId="{73C41D9B-5D96-4B93-8046-F605BB6B977D}">
      <dgm:prSet/>
      <dgm:spPr/>
      <dgm:t>
        <a:bodyPr/>
        <a:lstStyle/>
        <a:p>
          <a:r>
            <a:rPr lang="en-US" b="0" i="0" baseline="0"/>
            <a:t>Mixed messages about accountability</a:t>
          </a:r>
          <a:endParaRPr lang="en-US"/>
        </a:p>
      </dgm:t>
    </dgm:pt>
    <dgm:pt modelId="{2498E606-2078-43BB-8200-356881ADFB56}" type="parTrans" cxnId="{CB3EA15C-4DDC-4648-9B62-08013726405F}">
      <dgm:prSet/>
      <dgm:spPr/>
      <dgm:t>
        <a:bodyPr/>
        <a:lstStyle/>
        <a:p>
          <a:endParaRPr lang="en-US"/>
        </a:p>
      </dgm:t>
    </dgm:pt>
    <dgm:pt modelId="{5AF5FEDE-8A28-4235-8A51-D50CD2B6CAC8}" type="sibTrans" cxnId="{CB3EA15C-4DDC-4648-9B62-08013726405F}">
      <dgm:prSet/>
      <dgm:spPr/>
      <dgm:t>
        <a:bodyPr/>
        <a:lstStyle/>
        <a:p>
          <a:endParaRPr lang="en-US"/>
        </a:p>
      </dgm:t>
    </dgm:pt>
    <dgm:pt modelId="{70EA298B-0437-4A55-B34E-DECBEBC28251}">
      <dgm:prSet/>
      <dgm:spPr/>
      <dgm:t>
        <a:bodyPr/>
        <a:lstStyle/>
        <a:p>
          <a:r>
            <a:rPr lang="en-US" b="0" i="0" baseline="0"/>
            <a:t>Resistance to change</a:t>
          </a:r>
          <a:endParaRPr lang="en-US"/>
        </a:p>
      </dgm:t>
    </dgm:pt>
    <dgm:pt modelId="{91CD40F1-F987-40A8-A011-7C4F67B5D727}" type="parTrans" cxnId="{66C356F6-8DD2-4BA0-86F9-94083B55771A}">
      <dgm:prSet/>
      <dgm:spPr/>
      <dgm:t>
        <a:bodyPr/>
        <a:lstStyle/>
        <a:p>
          <a:endParaRPr lang="en-US"/>
        </a:p>
      </dgm:t>
    </dgm:pt>
    <dgm:pt modelId="{9DE3FD7B-C617-479D-A16F-3D5323C98413}" type="sibTrans" cxnId="{66C356F6-8DD2-4BA0-86F9-94083B55771A}">
      <dgm:prSet/>
      <dgm:spPr/>
      <dgm:t>
        <a:bodyPr/>
        <a:lstStyle/>
        <a:p>
          <a:endParaRPr lang="en-US"/>
        </a:p>
      </dgm:t>
    </dgm:pt>
    <dgm:pt modelId="{FD141BCF-8638-4CA6-B35E-3D84D4DA5857}" type="pres">
      <dgm:prSet presAssocID="{2428A511-7B44-413C-A0A5-7B57879FE657}" presName="Name0" presStyleCnt="0">
        <dgm:presLayoutVars>
          <dgm:dir/>
          <dgm:animLvl val="lvl"/>
          <dgm:resizeHandles val="exact"/>
        </dgm:presLayoutVars>
      </dgm:prSet>
      <dgm:spPr/>
    </dgm:pt>
    <dgm:pt modelId="{67BC98D2-E1E7-4DD6-9E02-AC59FC0C8FED}" type="pres">
      <dgm:prSet presAssocID="{F1C30608-C49C-4151-96DA-BAA79074AD9F}" presName="linNode" presStyleCnt="0"/>
      <dgm:spPr/>
    </dgm:pt>
    <dgm:pt modelId="{D8D56857-E017-479F-A97E-5B500AB24E32}" type="pres">
      <dgm:prSet presAssocID="{F1C30608-C49C-4151-96DA-BAA79074AD9F}" presName="parentText" presStyleLbl="node1" presStyleIdx="0" presStyleCnt="15">
        <dgm:presLayoutVars>
          <dgm:chMax val="1"/>
          <dgm:bulletEnabled val="1"/>
        </dgm:presLayoutVars>
      </dgm:prSet>
      <dgm:spPr/>
    </dgm:pt>
    <dgm:pt modelId="{73C467C3-15AD-4182-941F-E42A8F19E647}" type="pres">
      <dgm:prSet presAssocID="{41DA20E7-F80A-48E9-980A-1C5E6772CE8E}" presName="sp" presStyleCnt="0"/>
      <dgm:spPr/>
    </dgm:pt>
    <dgm:pt modelId="{C8CF0154-7741-4258-8E2B-3B72AE4D019E}" type="pres">
      <dgm:prSet presAssocID="{9F651AFD-F480-4CC0-B590-474909A00A89}" presName="linNode" presStyleCnt="0"/>
      <dgm:spPr/>
    </dgm:pt>
    <dgm:pt modelId="{ED1EF279-4DA2-4511-9AE7-7254B3753948}" type="pres">
      <dgm:prSet presAssocID="{9F651AFD-F480-4CC0-B590-474909A00A89}" presName="parentText" presStyleLbl="node1" presStyleIdx="1" presStyleCnt="15">
        <dgm:presLayoutVars>
          <dgm:chMax val="1"/>
          <dgm:bulletEnabled val="1"/>
        </dgm:presLayoutVars>
      </dgm:prSet>
      <dgm:spPr/>
    </dgm:pt>
    <dgm:pt modelId="{7BB14C71-E0EF-4BAC-8DEF-6F5F95153E44}" type="pres">
      <dgm:prSet presAssocID="{F6D3496A-E2FB-4C36-A8DD-9334CE989530}" presName="sp" presStyleCnt="0"/>
      <dgm:spPr/>
    </dgm:pt>
    <dgm:pt modelId="{60EFC7E8-2139-40AC-9CEF-540A46160C08}" type="pres">
      <dgm:prSet presAssocID="{046D26D9-CB32-49C5-9565-8D0143450C55}" presName="linNode" presStyleCnt="0"/>
      <dgm:spPr/>
    </dgm:pt>
    <dgm:pt modelId="{7585080E-7384-495B-B65B-D865126CC843}" type="pres">
      <dgm:prSet presAssocID="{046D26D9-CB32-49C5-9565-8D0143450C55}" presName="parentText" presStyleLbl="node1" presStyleIdx="2" presStyleCnt="15">
        <dgm:presLayoutVars>
          <dgm:chMax val="1"/>
          <dgm:bulletEnabled val="1"/>
        </dgm:presLayoutVars>
      </dgm:prSet>
      <dgm:spPr/>
    </dgm:pt>
    <dgm:pt modelId="{2388B427-92AC-46AF-AC78-F9D4A6BA949E}" type="pres">
      <dgm:prSet presAssocID="{92D5DCEA-FD60-41C0-A124-84E852A7147B}" presName="sp" presStyleCnt="0"/>
      <dgm:spPr/>
    </dgm:pt>
    <dgm:pt modelId="{DBA711E7-FA28-45FC-96EB-513D1A5E4926}" type="pres">
      <dgm:prSet presAssocID="{2738B54E-1ECE-4BC9-894D-57F6ACB02156}" presName="linNode" presStyleCnt="0"/>
      <dgm:spPr/>
    </dgm:pt>
    <dgm:pt modelId="{462F1807-0543-42F0-B923-12DD3EBF79E6}" type="pres">
      <dgm:prSet presAssocID="{2738B54E-1ECE-4BC9-894D-57F6ACB02156}" presName="parentText" presStyleLbl="node1" presStyleIdx="3" presStyleCnt="15">
        <dgm:presLayoutVars>
          <dgm:chMax val="1"/>
          <dgm:bulletEnabled val="1"/>
        </dgm:presLayoutVars>
      </dgm:prSet>
      <dgm:spPr/>
    </dgm:pt>
    <dgm:pt modelId="{63566B75-A348-4FBF-9C19-50E0648BFE49}" type="pres">
      <dgm:prSet presAssocID="{415496C9-72F8-4083-96FA-0769A6FD3455}" presName="sp" presStyleCnt="0"/>
      <dgm:spPr/>
    </dgm:pt>
    <dgm:pt modelId="{650B06D3-3DAA-4289-AFF3-8F4400FC2087}" type="pres">
      <dgm:prSet presAssocID="{D24D118A-3455-42A6-A816-1D4592BF56F1}" presName="linNode" presStyleCnt="0"/>
      <dgm:spPr/>
    </dgm:pt>
    <dgm:pt modelId="{721F8B4C-63E5-49C5-A056-494241C6F2B5}" type="pres">
      <dgm:prSet presAssocID="{D24D118A-3455-42A6-A816-1D4592BF56F1}" presName="parentText" presStyleLbl="node1" presStyleIdx="4" presStyleCnt="15">
        <dgm:presLayoutVars>
          <dgm:chMax val="1"/>
          <dgm:bulletEnabled val="1"/>
        </dgm:presLayoutVars>
      </dgm:prSet>
      <dgm:spPr/>
    </dgm:pt>
    <dgm:pt modelId="{C16439C1-1C65-436B-83C2-5C7526247346}" type="pres">
      <dgm:prSet presAssocID="{B2CA3825-010A-4106-AC09-5EA93E32279A}" presName="sp" presStyleCnt="0"/>
      <dgm:spPr/>
    </dgm:pt>
    <dgm:pt modelId="{D49E5B32-C9BE-475B-B924-6BD3373347E1}" type="pres">
      <dgm:prSet presAssocID="{C1EFBDCD-7B9E-4262-B1F1-6BD50AC08AEE}" presName="linNode" presStyleCnt="0"/>
      <dgm:spPr/>
    </dgm:pt>
    <dgm:pt modelId="{54CE4977-BB63-46A6-9E57-6038BE38D601}" type="pres">
      <dgm:prSet presAssocID="{C1EFBDCD-7B9E-4262-B1F1-6BD50AC08AEE}" presName="parentText" presStyleLbl="node1" presStyleIdx="5" presStyleCnt="15">
        <dgm:presLayoutVars>
          <dgm:chMax val="1"/>
          <dgm:bulletEnabled val="1"/>
        </dgm:presLayoutVars>
      </dgm:prSet>
      <dgm:spPr/>
    </dgm:pt>
    <dgm:pt modelId="{15B380FC-501E-456A-B309-44900A4D28E5}" type="pres">
      <dgm:prSet presAssocID="{804669E7-2795-40B4-B23A-A12A2E1FD2F3}" presName="sp" presStyleCnt="0"/>
      <dgm:spPr/>
    </dgm:pt>
    <dgm:pt modelId="{582D6FB0-CE73-4031-8275-14DA0D4774DA}" type="pres">
      <dgm:prSet presAssocID="{E9A27228-4835-445D-AD95-1B03408E8931}" presName="linNode" presStyleCnt="0"/>
      <dgm:spPr/>
    </dgm:pt>
    <dgm:pt modelId="{55BB9D4F-3E58-493B-8139-025F0BBDB1DE}" type="pres">
      <dgm:prSet presAssocID="{E9A27228-4835-445D-AD95-1B03408E8931}" presName="parentText" presStyleLbl="node1" presStyleIdx="6" presStyleCnt="15">
        <dgm:presLayoutVars>
          <dgm:chMax val="1"/>
          <dgm:bulletEnabled val="1"/>
        </dgm:presLayoutVars>
      </dgm:prSet>
      <dgm:spPr/>
    </dgm:pt>
    <dgm:pt modelId="{D4B6A06B-251F-44D5-AD18-1C6CAA580DDA}" type="pres">
      <dgm:prSet presAssocID="{25D2D09C-99BE-40AE-B0BB-499E5B70B50E}" presName="sp" presStyleCnt="0"/>
      <dgm:spPr/>
    </dgm:pt>
    <dgm:pt modelId="{E8E5284B-DAF8-4D09-A124-1828342E0AAA}" type="pres">
      <dgm:prSet presAssocID="{FFD50282-E8A7-4F9A-81FC-9AD591B12411}" presName="linNode" presStyleCnt="0"/>
      <dgm:spPr/>
    </dgm:pt>
    <dgm:pt modelId="{EC4CE5F7-7DAE-4A0D-96CD-22982F880C85}" type="pres">
      <dgm:prSet presAssocID="{FFD50282-E8A7-4F9A-81FC-9AD591B12411}" presName="parentText" presStyleLbl="node1" presStyleIdx="7" presStyleCnt="15">
        <dgm:presLayoutVars>
          <dgm:chMax val="1"/>
          <dgm:bulletEnabled val="1"/>
        </dgm:presLayoutVars>
      </dgm:prSet>
      <dgm:spPr/>
    </dgm:pt>
    <dgm:pt modelId="{799E96DD-DF37-408E-87FC-FC61E6E45147}" type="pres">
      <dgm:prSet presAssocID="{ED59C366-1D95-478A-97E1-218E7FD4D125}" presName="sp" presStyleCnt="0"/>
      <dgm:spPr/>
    </dgm:pt>
    <dgm:pt modelId="{5FF89122-B1B5-42AB-9A1B-888073704FA8}" type="pres">
      <dgm:prSet presAssocID="{F55C339C-920C-446F-A25E-2B967BBAA7A8}" presName="linNode" presStyleCnt="0"/>
      <dgm:spPr/>
    </dgm:pt>
    <dgm:pt modelId="{B79829B8-A1AE-4C44-A705-1F0D9660C290}" type="pres">
      <dgm:prSet presAssocID="{F55C339C-920C-446F-A25E-2B967BBAA7A8}" presName="parentText" presStyleLbl="node1" presStyleIdx="8" presStyleCnt="15">
        <dgm:presLayoutVars>
          <dgm:chMax val="1"/>
          <dgm:bulletEnabled val="1"/>
        </dgm:presLayoutVars>
      </dgm:prSet>
      <dgm:spPr/>
    </dgm:pt>
    <dgm:pt modelId="{755A8788-CF33-4556-ACBB-08DA8E3D6780}" type="pres">
      <dgm:prSet presAssocID="{A8526621-5642-47F9-A1CF-1498B98C49C0}" presName="sp" presStyleCnt="0"/>
      <dgm:spPr/>
    </dgm:pt>
    <dgm:pt modelId="{84224D3B-17C6-47F4-BA6D-3E646D129FB1}" type="pres">
      <dgm:prSet presAssocID="{DF250744-8D7C-4164-A9AE-D7DFDCC4379C}" presName="linNode" presStyleCnt="0"/>
      <dgm:spPr/>
    </dgm:pt>
    <dgm:pt modelId="{A22A4B65-C757-4547-A771-CA33583D2B3B}" type="pres">
      <dgm:prSet presAssocID="{DF250744-8D7C-4164-A9AE-D7DFDCC4379C}" presName="parentText" presStyleLbl="node1" presStyleIdx="9" presStyleCnt="15">
        <dgm:presLayoutVars>
          <dgm:chMax val="1"/>
          <dgm:bulletEnabled val="1"/>
        </dgm:presLayoutVars>
      </dgm:prSet>
      <dgm:spPr/>
    </dgm:pt>
    <dgm:pt modelId="{D671C870-D39A-45B4-B4D0-D087189B925C}" type="pres">
      <dgm:prSet presAssocID="{F4C853AD-7067-4A16-AA89-F292CAF8F7D5}" presName="sp" presStyleCnt="0"/>
      <dgm:spPr/>
    </dgm:pt>
    <dgm:pt modelId="{E949329C-CBD2-4E20-8669-534872B8678B}" type="pres">
      <dgm:prSet presAssocID="{BDBEECB3-9055-4FE1-B94E-82732622D4BC}" presName="linNode" presStyleCnt="0"/>
      <dgm:spPr/>
    </dgm:pt>
    <dgm:pt modelId="{AADD4654-DD47-42E5-B1EA-FA278A5D58B4}" type="pres">
      <dgm:prSet presAssocID="{BDBEECB3-9055-4FE1-B94E-82732622D4BC}" presName="parentText" presStyleLbl="node1" presStyleIdx="10" presStyleCnt="15">
        <dgm:presLayoutVars>
          <dgm:chMax val="1"/>
          <dgm:bulletEnabled val="1"/>
        </dgm:presLayoutVars>
      </dgm:prSet>
      <dgm:spPr/>
    </dgm:pt>
    <dgm:pt modelId="{A2219A43-8858-40D6-A664-736583107FE6}" type="pres">
      <dgm:prSet presAssocID="{2EA16940-47FA-4808-B0C9-D55A0E9E366E}" presName="sp" presStyleCnt="0"/>
      <dgm:spPr/>
    </dgm:pt>
    <dgm:pt modelId="{0856509C-B204-4E2A-BD59-5E3FB4E77BEC}" type="pres">
      <dgm:prSet presAssocID="{E136713B-F8F7-44C2-A475-D53D1CED56E6}" presName="linNode" presStyleCnt="0"/>
      <dgm:spPr/>
    </dgm:pt>
    <dgm:pt modelId="{59315C4D-51FD-4293-9A30-0C40D596961E}" type="pres">
      <dgm:prSet presAssocID="{E136713B-F8F7-44C2-A475-D53D1CED56E6}" presName="parentText" presStyleLbl="node1" presStyleIdx="11" presStyleCnt="15">
        <dgm:presLayoutVars>
          <dgm:chMax val="1"/>
          <dgm:bulletEnabled val="1"/>
        </dgm:presLayoutVars>
      </dgm:prSet>
      <dgm:spPr/>
    </dgm:pt>
    <dgm:pt modelId="{3CA23418-3333-4A4B-B281-84DF47CE56D3}" type="pres">
      <dgm:prSet presAssocID="{7344036B-0A0C-4064-AEEC-AC914C4DF732}" presName="sp" presStyleCnt="0"/>
      <dgm:spPr/>
    </dgm:pt>
    <dgm:pt modelId="{F5AFBC96-2EE0-4909-83C7-9BF01C61B436}" type="pres">
      <dgm:prSet presAssocID="{71C38BB9-FA65-4FF8-A38F-2ABF8D0DE0D1}" presName="linNode" presStyleCnt="0"/>
      <dgm:spPr/>
    </dgm:pt>
    <dgm:pt modelId="{45055D3D-8BCE-481E-A050-CBF216FADAAF}" type="pres">
      <dgm:prSet presAssocID="{71C38BB9-FA65-4FF8-A38F-2ABF8D0DE0D1}" presName="parentText" presStyleLbl="node1" presStyleIdx="12" presStyleCnt="15">
        <dgm:presLayoutVars>
          <dgm:chMax val="1"/>
          <dgm:bulletEnabled val="1"/>
        </dgm:presLayoutVars>
      </dgm:prSet>
      <dgm:spPr/>
    </dgm:pt>
    <dgm:pt modelId="{0501113D-D2A9-40F1-9876-F2F1291301D7}" type="pres">
      <dgm:prSet presAssocID="{B63C595A-3991-42DD-AC3A-AACA5082D0FE}" presName="sp" presStyleCnt="0"/>
      <dgm:spPr/>
    </dgm:pt>
    <dgm:pt modelId="{53B3A350-FAC9-4F94-A87A-D529FBB718F2}" type="pres">
      <dgm:prSet presAssocID="{73C41D9B-5D96-4B93-8046-F605BB6B977D}" presName="linNode" presStyleCnt="0"/>
      <dgm:spPr/>
    </dgm:pt>
    <dgm:pt modelId="{BAEE41A7-C90D-4AC0-B2C1-A0DF4F9F3D60}" type="pres">
      <dgm:prSet presAssocID="{73C41D9B-5D96-4B93-8046-F605BB6B977D}" presName="parentText" presStyleLbl="node1" presStyleIdx="13" presStyleCnt="15">
        <dgm:presLayoutVars>
          <dgm:chMax val="1"/>
          <dgm:bulletEnabled val="1"/>
        </dgm:presLayoutVars>
      </dgm:prSet>
      <dgm:spPr/>
    </dgm:pt>
    <dgm:pt modelId="{0A9CB6EC-D747-4109-998D-790A318BCDF2}" type="pres">
      <dgm:prSet presAssocID="{5AF5FEDE-8A28-4235-8A51-D50CD2B6CAC8}" presName="sp" presStyleCnt="0"/>
      <dgm:spPr/>
    </dgm:pt>
    <dgm:pt modelId="{854396DD-D3F8-4181-A26A-7BFF6F985D56}" type="pres">
      <dgm:prSet presAssocID="{70EA298B-0437-4A55-B34E-DECBEBC28251}" presName="linNode" presStyleCnt="0"/>
      <dgm:spPr/>
    </dgm:pt>
    <dgm:pt modelId="{86FDA842-A244-4A04-83D7-2A6DDE3DD570}" type="pres">
      <dgm:prSet presAssocID="{70EA298B-0437-4A55-B34E-DECBEBC28251}" presName="parentText" presStyleLbl="node1" presStyleIdx="14" presStyleCnt="15">
        <dgm:presLayoutVars>
          <dgm:chMax val="1"/>
          <dgm:bulletEnabled val="1"/>
        </dgm:presLayoutVars>
      </dgm:prSet>
      <dgm:spPr/>
    </dgm:pt>
  </dgm:ptLst>
  <dgm:cxnLst>
    <dgm:cxn modelId="{AC037C05-0D4C-43DA-A740-1D32A4698FCF}" type="presOf" srcId="{F55C339C-920C-446F-A25E-2B967BBAA7A8}" destId="{B79829B8-A1AE-4C44-A705-1F0D9660C290}" srcOrd="0" destOrd="0" presId="urn:microsoft.com/office/officeart/2005/8/layout/vList5"/>
    <dgm:cxn modelId="{994BFD07-B9B3-457C-A5A2-D78A0524A3CD}" type="presOf" srcId="{FFD50282-E8A7-4F9A-81FC-9AD591B12411}" destId="{EC4CE5F7-7DAE-4A0D-96CD-22982F880C85}" srcOrd="0" destOrd="0" presId="urn:microsoft.com/office/officeart/2005/8/layout/vList5"/>
    <dgm:cxn modelId="{1D0BBE0E-325E-4226-BB58-5ACC3AA26D46}" type="presOf" srcId="{71C38BB9-FA65-4FF8-A38F-2ABF8D0DE0D1}" destId="{45055D3D-8BCE-481E-A050-CBF216FADAAF}" srcOrd="0" destOrd="0" presId="urn:microsoft.com/office/officeart/2005/8/layout/vList5"/>
    <dgm:cxn modelId="{3B1CB522-2667-4F57-AAB2-31010E415A4C}" type="presOf" srcId="{70EA298B-0437-4A55-B34E-DECBEBC28251}" destId="{86FDA842-A244-4A04-83D7-2A6DDE3DD570}" srcOrd="0" destOrd="0" presId="urn:microsoft.com/office/officeart/2005/8/layout/vList5"/>
    <dgm:cxn modelId="{D1B3082E-EF25-46A3-883B-680AD4DD5B38}" srcId="{2428A511-7B44-413C-A0A5-7B57879FE657}" destId="{DF250744-8D7C-4164-A9AE-D7DFDCC4379C}" srcOrd="9" destOrd="0" parTransId="{28542AD6-E172-4685-BCD5-1D8AAE03D41D}" sibTransId="{F4C853AD-7067-4A16-AA89-F292CAF8F7D5}"/>
    <dgm:cxn modelId="{A1AFF933-07C2-4AAE-9A1B-488D44AF2182}" type="presOf" srcId="{046D26D9-CB32-49C5-9565-8D0143450C55}" destId="{7585080E-7384-495B-B65B-D865126CC843}" srcOrd="0" destOrd="0" presId="urn:microsoft.com/office/officeart/2005/8/layout/vList5"/>
    <dgm:cxn modelId="{EF3AAC36-4310-41AE-8591-397BBF5EAD0B}" srcId="{2428A511-7B44-413C-A0A5-7B57879FE657}" destId="{C1EFBDCD-7B9E-4262-B1F1-6BD50AC08AEE}" srcOrd="5" destOrd="0" parTransId="{8B2EA262-8BB0-47A0-A40D-F6416D2E64CC}" sibTransId="{804669E7-2795-40B4-B23A-A12A2E1FD2F3}"/>
    <dgm:cxn modelId="{79623E37-F4BD-4344-A130-2AB05CDB0BB2}" srcId="{2428A511-7B44-413C-A0A5-7B57879FE657}" destId="{046D26D9-CB32-49C5-9565-8D0143450C55}" srcOrd="2" destOrd="0" parTransId="{986EA84C-E369-48E9-9FA8-F0C89CAA1A58}" sibTransId="{92D5DCEA-FD60-41C0-A124-84E852A7147B}"/>
    <dgm:cxn modelId="{DE6BA53F-0B36-4E4A-8ED2-44F17B6FEE66}" srcId="{2428A511-7B44-413C-A0A5-7B57879FE657}" destId="{E9A27228-4835-445D-AD95-1B03408E8931}" srcOrd="6" destOrd="0" parTransId="{36B5A226-A68A-4174-B842-BFF601ECDB7D}" sibTransId="{25D2D09C-99BE-40AE-B0BB-499E5B70B50E}"/>
    <dgm:cxn modelId="{CB3EA15C-4DDC-4648-9B62-08013726405F}" srcId="{2428A511-7B44-413C-A0A5-7B57879FE657}" destId="{73C41D9B-5D96-4B93-8046-F605BB6B977D}" srcOrd="13" destOrd="0" parTransId="{2498E606-2078-43BB-8200-356881ADFB56}" sibTransId="{5AF5FEDE-8A28-4235-8A51-D50CD2B6CAC8}"/>
    <dgm:cxn modelId="{8284BB69-6215-4B53-B701-6DCC09F2F2EA}" type="presOf" srcId="{DF250744-8D7C-4164-A9AE-D7DFDCC4379C}" destId="{A22A4B65-C757-4547-A771-CA33583D2B3B}" srcOrd="0" destOrd="0" presId="urn:microsoft.com/office/officeart/2005/8/layout/vList5"/>
    <dgm:cxn modelId="{33F7CC69-FA64-43B7-9C2A-7CBECCE18F9C}" type="presOf" srcId="{73C41D9B-5D96-4B93-8046-F605BB6B977D}" destId="{BAEE41A7-C90D-4AC0-B2C1-A0DF4F9F3D60}" srcOrd="0" destOrd="0" presId="urn:microsoft.com/office/officeart/2005/8/layout/vList5"/>
    <dgm:cxn modelId="{EA8A074E-CD2B-4A88-8A48-CE0B32CE8511}" srcId="{2428A511-7B44-413C-A0A5-7B57879FE657}" destId="{9F651AFD-F480-4CC0-B590-474909A00A89}" srcOrd="1" destOrd="0" parTransId="{407E6A54-1A25-4F3F-8943-DEA16738F6BB}" sibTransId="{F6D3496A-E2FB-4C36-A8DD-9334CE989530}"/>
    <dgm:cxn modelId="{B41F9451-0A85-42A0-B0B5-9AF1E5A11C8C}" type="presOf" srcId="{BDBEECB3-9055-4FE1-B94E-82732622D4BC}" destId="{AADD4654-DD47-42E5-B1EA-FA278A5D58B4}" srcOrd="0" destOrd="0" presId="urn:microsoft.com/office/officeart/2005/8/layout/vList5"/>
    <dgm:cxn modelId="{1A77E554-AB34-4A43-B7EC-8615791935CF}" srcId="{2428A511-7B44-413C-A0A5-7B57879FE657}" destId="{E136713B-F8F7-44C2-A475-D53D1CED56E6}" srcOrd="11" destOrd="0" parTransId="{DC3DE7A1-D788-43D7-BF99-FA1269E192ED}" sibTransId="{7344036B-0A0C-4064-AEEC-AC914C4DF732}"/>
    <dgm:cxn modelId="{49044977-FD7F-4DD4-9A9D-DC4260ECA0A5}" type="presOf" srcId="{F1C30608-C49C-4151-96DA-BAA79074AD9F}" destId="{D8D56857-E017-479F-A97E-5B500AB24E32}" srcOrd="0" destOrd="0" presId="urn:microsoft.com/office/officeart/2005/8/layout/vList5"/>
    <dgm:cxn modelId="{3CFCED58-A7A2-4991-8229-34BBE86E22D5}" type="presOf" srcId="{E136713B-F8F7-44C2-A475-D53D1CED56E6}" destId="{59315C4D-51FD-4293-9A30-0C40D596961E}" srcOrd="0" destOrd="0" presId="urn:microsoft.com/office/officeart/2005/8/layout/vList5"/>
    <dgm:cxn modelId="{E9E22089-4BEF-47BC-9852-D3DFEA4BF2BC}" srcId="{2428A511-7B44-413C-A0A5-7B57879FE657}" destId="{71C38BB9-FA65-4FF8-A38F-2ABF8D0DE0D1}" srcOrd="12" destOrd="0" parTransId="{F4D668D6-CC7C-45DC-9CDF-5721F7AF92D5}" sibTransId="{B63C595A-3991-42DD-AC3A-AACA5082D0FE}"/>
    <dgm:cxn modelId="{B709328B-153E-4B07-9602-797030591CDE}" srcId="{2428A511-7B44-413C-A0A5-7B57879FE657}" destId="{F1C30608-C49C-4151-96DA-BAA79074AD9F}" srcOrd="0" destOrd="0" parTransId="{4312D43E-C43E-4636-873E-0DDAEEC3F34B}" sibTransId="{41DA20E7-F80A-48E9-980A-1C5E6772CE8E}"/>
    <dgm:cxn modelId="{073443A0-56CF-4D06-99AA-65EA2182B4C1}" type="presOf" srcId="{E9A27228-4835-445D-AD95-1B03408E8931}" destId="{55BB9D4F-3E58-493B-8139-025F0BBDB1DE}" srcOrd="0" destOrd="0" presId="urn:microsoft.com/office/officeart/2005/8/layout/vList5"/>
    <dgm:cxn modelId="{5C5C7FA1-AADB-4B88-9F1E-6A38E7C5BF6B}" srcId="{2428A511-7B44-413C-A0A5-7B57879FE657}" destId="{2738B54E-1ECE-4BC9-894D-57F6ACB02156}" srcOrd="3" destOrd="0" parTransId="{DA2E4B22-E2A5-47C8-9ECC-8D5D2D404BB3}" sibTransId="{415496C9-72F8-4083-96FA-0769A6FD3455}"/>
    <dgm:cxn modelId="{FE8D7EB8-525B-4389-BA9A-3E779D536422}" srcId="{2428A511-7B44-413C-A0A5-7B57879FE657}" destId="{FFD50282-E8A7-4F9A-81FC-9AD591B12411}" srcOrd="7" destOrd="0" parTransId="{A3919E4D-8E85-4E1A-944C-38EBB0C78562}" sibTransId="{ED59C366-1D95-478A-97E1-218E7FD4D125}"/>
    <dgm:cxn modelId="{FF98C7BC-9F03-444B-8522-06FBAE60A253}" srcId="{2428A511-7B44-413C-A0A5-7B57879FE657}" destId="{BDBEECB3-9055-4FE1-B94E-82732622D4BC}" srcOrd="10" destOrd="0" parTransId="{45F4BF51-1D93-40C4-98D0-B1D245CC5D0D}" sibTransId="{2EA16940-47FA-4808-B0C9-D55A0E9E366E}"/>
    <dgm:cxn modelId="{50C740C1-7EF4-4A1A-9167-EAC3FB79D864}" type="presOf" srcId="{C1EFBDCD-7B9E-4262-B1F1-6BD50AC08AEE}" destId="{54CE4977-BB63-46A6-9E57-6038BE38D601}" srcOrd="0" destOrd="0" presId="urn:microsoft.com/office/officeart/2005/8/layout/vList5"/>
    <dgm:cxn modelId="{3D8355C2-266F-46D1-B6EA-09184A1AEAB1}" type="presOf" srcId="{D24D118A-3455-42A6-A816-1D4592BF56F1}" destId="{721F8B4C-63E5-49C5-A056-494241C6F2B5}" srcOrd="0" destOrd="0" presId="urn:microsoft.com/office/officeart/2005/8/layout/vList5"/>
    <dgm:cxn modelId="{BF34A2C3-0D68-484A-B564-BD7EA16FDF69}" srcId="{2428A511-7B44-413C-A0A5-7B57879FE657}" destId="{F55C339C-920C-446F-A25E-2B967BBAA7A8}" srcOrd="8" destOrd="0" parTransId="{AD7B1E2D-F24F-42F1-9DB2-A22ED950F0DA}" sibTransId="{A8526621-5642-47F9-A1CF-1498B98C49C0}"/>
    <dgm:cxn modelId="{D70885D1-37BD-4E3F-9763-A3270BFFD1B8}" type="presOf" srcId="{9F651AFD-F480-4CC0-B590-474909A00A89}" destId="{ED1EF279-4DA2-4511-9AE7-7254B3753948}" srcOrd="0" destOrd="0" presId="urn:microsoft.com/office/officeart/2005/8/layout/vList5"/>
    <dgm:cxn modelId="{ED3F2DDC-2DAA-4FA4-BCA4-A8972F738D09}" type="presOf" srcId="{2428A511-7B44-413C-A0A5-7B57879FE657}" destId="{FD141BCF-8638-4CA6-B35E-3D84D4DA5857}" srcOrd="0" destOrd="0" presId="urn:microsoft.com/office/officeart/2005/8/layout/vList5"/>
    <dgm:cxn modelId="{337799E2-D853-4D92-81FE-99008CC7A056}" type="presOf" srcId="{2738B54E-1ECE-4BC9-894D-57F6ACB02156}" destId="{462F1807-0543-42F0-B923-12DD3EBF79E6}" srcOrd="0" destOrd="0" presId="urn:microsoft.com/office/officeart/2005/8/layout/vList5"/>
    <dgm:cxn modelId="{E6722FE5-99C8-4A5F-8E37-4FC9CC5F980B}" srcId="{2428A511-7B44-413C-A0A5-7B57879FE657}" destId="{D24D118A-3455-42A6-A816-1D4592BF56F1}" srcOrd="4" destOrd="0" parTransId="{B8CEDD71-6A47-4370-AC4C-014A9FCF6F33}" sibTransId="{B2CA3825-010A-4106-AC09-5EA93E32279A}"/>
    <dgm:cxn modelId="{66C356F6-8DD2-4BA0-86F9-94083B55771A}" srcId="{2428A511-7B44-413C-A0A5-7B57879FE657}" destId="{70EA298B-0437-4A55-B34E-DECBEBC28251}" srcOrd="14" destOrd="0" parTransId="{91CD40F1-F987-40A8-A011-7C4F67B5D727}" sibTransId="{9DE3FD7B-C617-479D-A16F-3D5323C98413}"/>
    <dgm:cxn modelId="{93E9CBD0-E90D-4AC7-B374-992C2923FC83}" type="presParOf" srcId="{FD141BCF-8638-4CA6-B35E-3D84D4DA5857}" destId="{67BC98D2-E1E7-4DD6-9E02-AC59FC0C8FED}" srcOrd="0" destOrd="0" presId="urn:microsoft.com/office/officeart/2005/8/layout/vList5"/>
    <dgm:cxn modelId="{05137F6D-D83B-49DB-84C3-5610F468D302}" type="presParOf" srcId="{67BC98D2-E1E7-4DD6-9E02-AC59FC0C8FED}" destId="{D8D56857-E017-479F-A97E-5B500AB24E32}" srcOrd="0" destOrd="0" presId="urn:microsoft.com/office/officeart/2005/8/layout/vList5"/>
    <dgm:cxn modelId="{8E788611-E937-4695-82FA-91A2A651A79D}" type="presParOf" srcId="{FD141BCF-8638-4CA6-B35E-3D84D4DA5857}" destId="{73C467C3-15AD-4182-941F-E42A8F19E647}" srcOrd="1" destOrd="0" presId="urn:microsoft.com/office/officeart/2005/8/layout/vList5"/>
    <dgm:cxn modelId="{950E06D6-8644-461F-822B-7336DCF50044}" type="presParOf" srcId="{FD141BCF-8638-4CA6-B35E-3D84D4DA5857}" destId="{C8CF0154-7741-4258-8E2B-3B72AE4D019E}" srcOrd="2" destOrd="0" presId="urn:microsoft.com/office/officeart/2005/8/layout/vList5"/>
    <dgm:cxn modelId="{74C9A317-BB05-4AF9-89A7-64AE9371FE79}" type="presParOf" srcId="{C8CF0154-7741-4258-8E2B-3B72AE4D019E}" destId="{ED1EF279-4DA2-4511-9AE7-7254B3753948}" srcOrd="0" destOrd="0" presId="urn:microsoft.com/office/officeart/2005/8/layout/vList5"/>
    <dgm:cxn modelId="{06D712EB-37B3-407C-982F-366C020B837B}" type="presParOf" srcId="{FD141BCF-8638-4CA6-B35E-3D84D4DA5857}" destId="{7BB14C71-E0EF-4BAC-8DEF-6F5F95153E44}" srcOrd="3" destOrd="0" presId="urn:microsoft.com/office/officeart/2005/8/layout/vList5"/>
    <dgm:cxn modelId="{3334C820-7EFC-4667-8DC1-B91FF2FB926E}" type="presParOf" srcId="{FD141BCF-8638-4CA6-B35E-3D84D4DA5857}" destId="{60EFC7E8-2139-40AC-9CEF-540A46160C08}" srcOrd="4" destOrd="0" presId="urn:microsoft.com/office/officeart/2005/8/layout/vList5"/>
    <dgm:cxn modelId="{EEDA00C5-1E9D-46F7-8E27-87D01BDD28F0}" type="presParOf" srcId="{60EFC7E8-2139-40AC-9CEF-540A46160C08}" destId="{7585080E-7384-495B-B65B-D865126CC843}" srcOrd="0" destOrd="0" presId="urn:microsoft.com/office/officeart/2005/8/layout/vList5"/>
    <dgm:cxn modelId="{580F0927-35CA-464A-BAAC-4C043A873B07}" type="presParOf" srcId="{FD141BCF-8638-4CA6-B35E-3D84D4DA5857}" destId="{2388B427-92AC-46AF-AC78-F9D4A6BA949E}" srcOrd="5" destOrd="0" presId="urn:microsoft.com/office/officeart/2005/8/layout/vList5"/>
    <dgm:cxn modelId="{19972BB4-68A0-423B-8DD4-D1820B884ED3}" type="presParOf" srcId="{FD141BCF-8638-4CA6-B35E-3D84D4DA5857}" destId="{DBA711E7-FA28-45FC-96EB-513D1A5E4926}" srcOrd="6" destOrd="0" presId="urn:microsoft.com/office/officeart/2005/8/layout/vList5"/>
    <dgm:cxn modelId="{D4B1B704-0F68-41D7-9C43-CEA1A9111695}" type="presParOf" srcId="{DBA711E7-FA28-45FC-96EB-513D1A5E4926}" destId="{462F1807-0543-42F0-B923-12DD3EBF79E6}" srcOrd="0" destOrd="0" presId="urn:microsoft.com/office/officeart/2005/8/layout/vList5"/>
    <dgm:cxn modelId="{CC6FE1B2-88D7-4166-9127-47E43F278116}" type="presParOf" srcId="{FD141BCF-8638-4CA6-B35E-3D84D4DA5857}" destId="{63566B75-A348-4FBF-9C19-50E0648BFE49}" srcOrd="7" destOrd="0" presId="urn:microsoft.com/office/officeart/2005/8/layout/vList5"/>
    <dgm:cxn modelId="{2DFE1D6A-E27B-4439-BAA7-B58B935FFFB7}" type="presParOf" srcId="{FD141BCF-8638-4CA6-B35E-3D84D4DA5857}" destId="{650B06D3-3DAA-4289-AFF3-8F4400FC2087}" srcOrd="8" destOrd="0" presId="urn:microsoft.com/office/officeart/2005/8/layout/vList5"/>
    <dgm:cxn modelId="{31AAAB41-E32B-4483-AD7C-84FC68D29259}" type="presParOf" srcId="{650B06D3-3DAA-4289-AFF3-8F4400FC2087}" destId="{721F8B4C-63E5-49C5-A056-494241C6F2B5}" srcOrd="0" destOrd="0" presId="urn:microsoft.com/office/officeart/2005/8/layout/vList5"/>
    <dgm:cxn modelId="{B965B97E-3866-4ECC-8EC2-7DDB336372A0}" type="presParOf" srcId="{FD141BCF-8638-4CA6-B35E-3D84D4DA5857}" destId="{C16439C1-1C65-436B-83C2-5C7526247346}" srcOrd="9" destOrd="0" presId="urn:microsoft.com/office/officeart/2005/8/layout/vList5"/>
    <dgm:cxn modelId="{E757F3F6-6E8A-4796-AD67-795D455C5BF1}" type="presParOf" srcId="{FD141BCF-8638-4CA6-B35E-3D84D4DA5857}" destId="{D49E5B32-C9BE-475B-B924-6BD3373347E1}" srcOrd="10" destOrd="0" presId="urn:microsoft.com/office/officeart/2005/8/layout/vList5"/>
    <dgm:cxn modelId="{FBDF1567-16F5-4A12-96FE-0EFE56FD763B}" type="presParOf" srcId="{D49E5B32-C9BE-475B-B924-6BD3373347E1}" destId="{54CE4977-BB63-46A6-9E57-6038BE38D601}" srcOrd="0" destOrd="0" presId="urn:microsoft.com/office/officeart/2005/8/layout/vList5"/>
    <dgm:cxn modelId="{563AEDD6-4BC9-4F77-B3C2-10DC748EB3CD}" type="presParOf" srcId="{FD141BCF-8638-4CA6-B35E-3D84D4DA5857}" destId="{15B380FC-501E-456A-B309-44900A4D28E5}" srcOrd="11" destOrd="0" presId="urn:microsoft.com/office/officeart/2005/8/layout/vList5"/>
    <dgm:cxn modelId="{1A6E3490-7E6D-4AE7-A116-35F597FBDAA8}" type="presParOf" srcId="{FD141BCF-8638-4CA6-B35E-3D84D4DA5857}" destId="{582D6FB0-CE73-4031-8275-14DA0D4774DA}" srcOrd="12" destOrd="0" presId="urn:microsoft.com/office/officeart/2005/8/layout/vList5"/>
    <dgm:cxn modelId="{C91AE7A9-74BD-4EB0-A867-18B2E262B7D1}" type="presParOf" srcId="{582D6FB0-CE73-4031-8275-14DA0D4774DA}" destId="{55BB9D4F-3E58-493B-8139-025F0BBDB1DE}" srcOrd="0" destOrd="0" presId="urn:microsoft.com/office/officeart/2005/8/layout/vList5"/>
    <dgm:cxn modelId="{4911069D-135F-490E-AE2A-AAAD1F86E2EE}" type="presParOf" srcId="{FD141BCF-8638-4CA6-B35E-3D84D4DA5857}" destId="{D4B6A06B-251F-44D5-AD18-1C6CAA580DDA}" srcOrd="13" destOrd="0" presId="urn:microsoft.com/office/officeart/2005/8/layout/vList5"/>
    <dgm:cxn modelId="{A6F0B79C-B6FF-4474-9FC7-90FB8E4FB409}" type="presParOf" srcId="{FD141BCF-8638-4CA6-B35E-3D84D4DA5857}" destId="{E8E5284B-DAF8-4D09-A124-1828342E0AAA}" srcOrd="14" destOrd="0" presId="urn:microsoft.com/office/officeart/2005/8/layout/vList5"/>
    <dgm:cxn modelId="{1E3801D2-A132-4EDD-BD65-5C2968440613}" type="presParOf" srcId="{E8E5284B-DAF8-4D09-A124-1828342E0AAA}" destId="{EC4CE5F7-7DAE-4A0D-96CD-22982F880C85}" srcOrd="0" destOrd="0" presId="urn:microsoft.com/office/officeart/2005/8/layout/vList5"/>
    <dgm:cxn modelId="{24FA0897-CDED-40FE-B082-59FE6CA977C9}" type="presParOf" srcId="{FD141BCF-8638-4CA6-B35E-3D84D4DA5857}" destId="{799E96DD-DF37-408E-87FC-FC61E6E45147}" srcOrd="15" destOrd="0" presId="urn:microsoft.com/office/officeart/2005/8/layout/vList5"/>
    <dgm:cxn modelId="{13A9505A-DBD6-4009-BEA5-A8CFEC242D30}" type="presParOf" srcId="{FD141BCF-8638-4CA6-B35E-3D84D4DA5857}" destId="{5FF89122-B1B5-42AB-9A1B-888073704FA8}" srcOrd="16" destOrd="0" presId="urn:microsoft.com/office/officeart/2005/8/layout/vList5"/>
    <dgm:cxn modelId="{4D48D3B5-E3E0-409B-B199-DDA2835E0AE1}" type="presParOf" srcId="{5FF89122-B1B5-42AB-9A1B-888073704FA8}" destId="{B79829B8-A1AE-4C44-A705-1F0D9660C290}" srcOrd="0" destOrd="0" presId="urn:microsoft.com/office/officeart/2005/8/layout/vList5"/>
    <dgm:cxn modelId="{33C9835E-7894-42B3-95F4-AD3B52CB48D4}" type="presParOf" srcId="{FD141BCF-8638-4CA6-B35E-3D84D4DA5857}" destId="{755A8788-CF33-4556-ACBB-08DA8E3D6780}" srcOrd="17" destOrd="0" presId="urn:microsoft.com/office/officeart/2005/8/layout/vList5"/>
    <dgm:cxn modelId="{1F0CA16B-43B2-49EC-9BAF-8BCF9D432F93}" type="presParOf" srcId="{FD141BCF-8638-4CA6-B35E-3D84D4DA5857}" destId="{84224D3B-17C6-47F4-BA6D-3E646D129FB1}" srcOrd="18" destOrd="0" presId="urn:microsoft.com/office/officeart/2005/8/layout/vList5"/>
    <dgm:cxn modelId="{A999741F-DEC0-4C61-BC5B-ADBD21FEF834}" type="presParOf" srcId="{84224D3B-17C6-47F4-BA6D-3E646D129FB1}" destId="{A22A4B65-C757-4547-A771-CA33583D2B3B}" srcOrd="0" destOrd="0" presId="urn:microsoft.com/office/officeart/2005/8/layout/vList5"/>
    <dgm:cxn modelId="{367A5BDF-3D47-4513-81DF-3E44F898AE8B}" type="presParOf" srcId="{FD141BCF-8638-4CA6-B35E-3D84D4DA5857}" destId="{D671C870-D39A-45B4-B4D0-D087189B925C}" srcOrd="19" destOrd="0" presId="urn:microsoft.com/office/officeart/2005/8/layout/vList5"/>
    <dgm:cxn modelId="{4B515322-255B-49D8-B2F3-CBFB1FDBD6ED}" type="presParOf" srcId="{FD141BCF-8638-4CA6-B35E-3D84D4DA5857}" destId="{E949329C-CBD2-4E20-8669-534872B8678B}" srcOrd="20" destOrd="0" presId="urn:microsoft.com/office/officeart/2005/8/layout/vList5"/>
    <dgm:cxn modelId="{F91243D7-6F6F-4E2D-8E3F-FD3BEEA05882}" type="presParOf" srcId="{E949329C-CBD2-4E20-8669-534872B8678B}" destId="{AADD4654-DD47-42E5-B1EA-FA278A5D58B4}" srcOrd="0" destOrd="0" presId="urn:microsoft.com/office/officeart/2005/8/layout/vList5"/>
    <dgm:cxn modelId="{3C5B5301-8679-41D1-A26F-478030D5BE93}" type="presParOf" srcId="{FD141BCF-8638-4CA6-B35E-3D84D4DA5857}" destId="{A2219A43-8858-40D6-A664-736583107FE6}" srcOrd="21" destOrd="0" presId="urn:microsoft.com/office/officeart/2005/8/layout/vList5"/>
    <dgm:cxn modelId="{80C27D10-97A7-46E0-AA2D-5758317286E8}" type="presParOf" srcId="{FD141BCF-8638-4CA6-B35E-3D84D4DA5857}" destId="{0856509C-B204-4E2A-BD59-5E3FB4E77BEC}" srcOrd="22" destOrd="0" presId="urn:microsoft.com/office/officeart/2005/8/layout/vList5"/>
    <dgm:cxn modelId="{DC9CC70D-0BED-4EDF-A446-8CCC9CF52480}" type="presParOf" srcId="{0856509C-B204-4E2A-BD59-5E3FB4E77BEC}" destId="{59315C4D-51FD-4293-9A30-0C40D596961E}" srcOrd="0" destOrd="0" presId="urn:microsoft.com/office/officeart/2005/8/layout/vList5"/>
    <dgm:cxn modelId="{B100E57F-6005-4453-9DD1-31CC084A6002}" type="presParOf" srcId="{FD141BCF-8638-4CA6-B35E-3D84D4DA5857}" destId="{3CA23418-3333-4A4B-B281-84DF47CE56D3}" srcOrd="23" destOrd="0" presId="urn:microsoft.com/office/officeart/2005/8/layout/vList5"/>
    <dgm:cxn modelId="{1D49E502-F199-45E5-A25A-0EB7908059CA}" type="presParOf" srcId="{FD141BCF-8638-4CA6-B35E-3D84D4DA5857}" destId="{F5AFBC96-2EE0-4909-83C7-9BF01C61B436}" srcOrd="24" destOrd="0" presId="urn:microsoft.com/office/officeart/2005/8/layout/vList5"/>
    <dgm:cxn modelId="{1B0BED33-0E38-4D10-81AC-450C3E657E0E}" type="presParOf" srcId="{F5AFBC96-2EE0-4909-83C7-9BF01C61B436}" destId="{45055D3D-8BCE-481E-A050-CBF216FADAAF}" srcOrd="0" destOrd="0" presId="urn:microsoft.com/office/officeart/2005/8/layout/vList5"/>
    <dgm:cxn modelId="{88AF8FCF-EC85-4F1A-AD4F-BA64A857DB3C}" type="presParOf" srcId="{FD141BCF-8638-4CA6-B35E-3D84D4DA5857}" destId="{0501113D-D2A9-40F1-9876-F2F1291301D7}" srcOrd="25" destOrd="0" presId="urn:microsoft.com/office/officeart/2005/8/layout/vList5"/>
    <dgm:cxn modelId="{CD6D9505-43C4-4760-90B5-FD0BB4E37614}" type="presParOf" srcId="{FD141BCF-8638-4CA6-B35E-3D84D4DA5857}" destId="{53B3A350-FAC9-4F94-A87A-D529FBB718F2}" srcOrd="26" destOrd="0" presId="urn:microsoft.com/office/officeart/2005/8/layout/vList5"/>
    <dgm:cxn modelId="{BAEA1F5B-D07A-4AAB-BBEC-9616E9E4CD06}" type="presParOf" srcId="{53B3A350-FAC9-4F94-A87A-D529FBB718F2}" destId="{BAEE41A7-C90D-4AC0-B2C1-A0DF4F9F3D60}" srcOrd="0" destOrd="0" presId="urn:microsoft.com/office/officeart/2005/8/layout/vList5"/>
    <dgm:cxn modelId="{D275EB7B-2839-4668-A6EF-442CA4E6D8FF}" type="presParOf" srcId="{FD141BCF-8638-4CA6-B35E-3D84D4DA5857}" destId="{0A9CB6EC-D747-4109-998D-790A318BCDF2}" srcOrd="27" destOrd="0" presId="urn:microsoft.com/office/officeart/2005/8/layout/vList5"/>
    <dgm:cxn modelId="{B0CBACBD-09B8-47E1-B683-4360377AF618}" type="presParOf" srcId="{FD141BCF-8638-4CA6-B35E-3D84D4DA5857}" destId="{854396DD-D3F8-4181-A26A-7BFF6F985D56}" srcOrd="28" destOrd="0" presId="urn:microsoft.com/office/officeart/2005/8/layout/vList5"/>
    <dgm:cxn modelId="{0CA8D585-D9B8-4ED1-879B-E08AD933690B}" type="presParOf" srcId="{854396DD-D3F8-4181-A26A-7BFF6F985D56}" destId="{86FDA842-A244-4A04-83D7-2A6DDE3DD57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6A1D4B-5E7D-4747-910E-87E1FBAD4491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48FD29-DE4B-4400-9530-E34CD33446EC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 culture where people feel safe to report errors, near misses, and concerns without fear of unfair punishment.</a:t>
          </a:r>
        </a:p>
      </dsp:txBody>
      <dsp:txXfrm>
        <a:off x="0" y="0"/>
        <a:ext cx="6666833" cy="1363480"/>
      </dsp:txXfrm>
    </dsp:sp>
    <dsp:sp modelId="{D3583534-0EBA-4FBE-B687-2369AB12ACBA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75D2D6-3CE4-4E33-82FB-4183261B64E1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Focuses on learning and system improvement rather than blame.</a:t>
          </a:r>
        </a:p>
      </dsp:txBody>
      <dsp:txXfrm>
        <a:off x="0" y="1363480"/>
        <a:ext cx="6666833" cy="1363480"/>
      </dsp:txXfrm>
    </dsp:sp>
    <dsp:sp modelId="{EBDE0BEA-0212-42AF-9C9C-8B9EA89D8708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F13861-3645-4BA7-A747-DD92CF95C3CF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Holds individuals accountable for reckless or willful violations, but distinguishes these from human error.</a:t>
          </a:r>
        </a:p>
      </dsp:txBody>
      <dsp:txXfrm>
        <a:off x="0" y="2726960"/>
        <a:ext cx="6666833" cy="1363480"/>
      </dsp:txXfrm>
    </dsp:sp>
    <dsp:sp modelId="{7BC58F8F-4D3E-4B1A-B3B9-8BF1C0BD24D3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50D367-8AE0-47F0-B89E-DFEC324566E4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Discussed in the healthcare or high-risk industries.</a:t>
          </a:r>
        </a:p>
      </dsp:txBody>
      <dsp:txXfrm>
        <a:off x="0" y="4090440"/>
        <a:ext cx="6666833" cy="1363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04581-25D6-42C9-A4E3-004CCA2F448B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6041B9-48DF-4004-9AF0-E9C9AE427102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Under-reporting of incidents is common (fear of negative consequences is the key factor)</a:t>
          </a:r>
        </a:p>
      </dsp:txBody>
      <dsp:txXfrm>
        <a:off x="0" y="2663"/>
        <a:ext cx="6666833" cy="1816197"/>
      </dsp:txXfrm>
    </dsp:sp>
    <dsp:sp modelId="{19F44F1C-EDD7-4421-AEF7-A92D252055E4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C8CF66-C0B5-493E-97C3-B635B2BFD58D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Requires deep cultural and behavioral changes, not just new policies.</a:t>
          </a:r>
        </a:p>
      </dsp:txBody>
      <dsp:txXfrm>
        <a:off x="0" y="1818861"/>
        <a:ext cx="6666833" cy="1816197"/>
      </dsp:txXfrm>
    </dsp:sp>
    <dsp:sp modelId="{3800D671-BE7C-4A29-9235-B03EACC58FCD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C1241E-2DD7-4025-9BA2-B74E7E1C0C25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Trust with leadership will respond fairly and consistently to events.</a:t>
          </a:r>
        </a:p>
      </dsp:txBody>
      <dsp:txXfrm>
        <a:off x="0" y="3635058"/>
        <a:ext cx="6666833" cy="18161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D253F-61DE-4407-A50B-11BE87CBF587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70342-841F-44B2-BAAE-52D8D98CE9A8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Blame culture: Reliance on punitive responses to error makes employees expect discipline rather than learning.</a:t>
          </a:r>
        </a:p>
      </dsp:txBody>
      <dsp:txXfrm>
        <a:off x="0" y="2663"/>
        <a:ext cx="6666833" cy="1816197"/>
      </dsp:txXfrm>
    </dsp:sp>
    <dsp:sp modelId="{E38050AA-0862-44A8-8EB5-404F356A5756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EDE4A6-210F-4D75-8290-C93EB16BF5CF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Fear of punishment: Job loss, loss of license, or reputation.</a:t>
          </a:r>
        </a:p>
      </dsp:txBody>
      <dsp:txXfrm>
        <a:off x="0" y="1818861"/>
        <a:ext cx="6666833" cy="1816197"/>
      </dsp:txXfrm>
    </dsp:sp>
    <dsp:sp modelId="{979AA2B1-B9FC-4EF5-A04A-7FF70BF063AC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18F6AD-57C3-4EF9-9EAD-5C03FFE55181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Outcome bias: Harsher judgments when the consequence is more severe, even if the behavior was reasonable, discourages transparent reporting.</a:t>
          </a:r>
        </a:p>
      </dsp:txBody>
      <dsp:txXfrm>
        <a:off x="0" y="3635058"/>
        <a:ext cx="6666833" cy="18161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3C144-015F-4CC2-AD99-4EF80FEECE27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ECECAF-E94E-43C5-99AC-52320F40F79C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Time pressure and workload: staff may not have time to submit detailed reports during busy peak hours or quarters.</a:t>
          </a:r>
        </a:p>
      </dsp:txBody>
      <dsp:txXfrm>
        <a:off x="0" y="0"/>
        <a:ext cx="6666833" cy="1363480"/>
      </dsp:txXfrm>
    </dsp:sp>
    <dsp:sp modelId="{70A5AD02-ADE8-4592-BAD3-1F6A4935B5BD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7D2367-03A1-4DA3-A6C7-67AD89E7C641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Inaccessible reporting systems: Complex forms or limited access reduce reporting.</a:t>
          </a:r>
        </a:p>
      </dsp:txBody>
      <dsp:txXfrm>
        <a:off x="0" y="1363480"/>
        <a:ext cx="6666833" cy="1363480"/>
      </dsp:txXfrm>
    </dsp:sp>
    <dsp:sp modelId="{F096597E-0574-4CEC-8542-90721E8D838C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9B84E4-1FA6-4C83-8C2F-8C8180D1F718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Insufficient training: What to report? How to report?</a:t>
          </a:r>
        </a:p>
      </dsp:txBody>
      <dsp:txXfrm>
        <a:off x="0" y="2726960"/>
        <a:ext cx="6666833" cy="1363480"/>
      </dsp:txXfrm>
    </dsp:sp>
    <dsp:sp modelId="{1537090E-7A4D-4EAF-B817-ECC327C57821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18DC4C-B689-48F7-B101-61607060FC64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Lack of dedicated resources: Time, data analysists, training budgets.</a:t>
          </a:r>
        </a:p>
      </dsp:txBody>
      <dsp:txXfrm>
        <a:off x="0" y="4090440"/>
        <a:ext cx="6666833" cy="1363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D56857-E017-479F-A97E-5B500AB24E32}">
      <dsp:nvSpPr>
        <dsp:cNvPr id="0" name=""/>
        <dsp:cNvSpPr/>
      </dsp:nvSpPr>
      <dsp:spPr>
        <a:xfrm>
          <a:off x="3364992" y="3266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1. Cultural Barriers</a:t>
          </a:r>
          <a:endParaRPr lang="en-US" sz="1300" kern="1200"/>
        </a:p>
      </dsp:txBody>
      <dsp:txXfrm>
        <a:off x="3378501" y="16775"/>
        <a:ext cx="3758598" cy="249721"/>
      </dsp:txXfrm>
    </dsp:sp>
    <dsp:sp modelId="{ED1EF279-4DA2-4511-9AE7-7254B3753948}">
      <dsp:nvSpPr>
        <dsp:cNvPr id="0" name=""/>
        <dsp:cNvSpPr/>
      </dsp:nvSpPr>
      <dsp:spPr>
        <a:xfrm>
          <a:off x="3364992" y="293842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868011"/>
                <a:satOff val="-59"/>
                <a:lumOff val="1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1"/>
                <a:satOff val="-59"/>
                <a:lumOff val="1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1"/>
                <a:satOff val="-59"/>
                <a:lumOff val="1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Blame/shame culture</a:t>
          </a:r>
          <a:endParaRPr lang="en-US" sz="1300" kern="1200"/>
        </a:p>
      </dsp:txBody>
      <dsp:txXfrm>
        <a:off x="3378501" y="307351"/>
        <a:ext cx="3758598" cy="249721"/>
      </dsp:txXfrm>
    </dsp:sp>
    <dsp:sp modelId="{7585080E-7384-495B-B65B-D865126CC843}">
      <dsp:nvSpPr>
        <dsp:cNvPr id="0" name=""/>
        <dsp:cNvSpPr/>
      </dsp:nvSpPr>
      <dsp:spPr>
        <a:xfrm>
          <a:off x="3364992" y="584418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Fear of punishment</a:t>
          </a:r>
          <a:endParaRPr lang="en-US" sz="1300" kern="1200"/>
        </a:p>
      </dsp:txBody>
      <dsp:txXfrm>
        <a:off x="3378501" y="597927"/>
        <a:ext cx="3758598" cy="249721"/>
      </dsp:txXfrm>
    </dsp:sp>
    <dsp:sp modelId="{462F1807-0543-42F0-B923-12DD3EBF79E6}">
      <dsp:nvSpPr>
        <dsp:cNvPr id="0" name=""/>
        <dsp:cNvSpPr/>
      </dsp:nvSpPr>
      <dsp:spPr>
        <a:xfrm>
          <a:off x="3364992" y="874995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2604032"/>
                <a:satOff val="-177"/>
                <a:lumOff val="4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604032"/>
                <a:satOff val="-177"/>
                <a:lumOff val="4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604032"/>
                <a:satOff val="-177"/>
                <a:lumOff val="4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2. Trust &amp; Process Barriers</a:t>
          </a:r>
          <a:endParaRPr lang="en-US" sz="1300" kern="1200"/>
        </a:p>
      </dsp:txBody>
      <dsp:txXfrm>
        <a:off x="3378501" y="888504"/>
        <a:ext cx="3758598" cy="249721"/>
      </dsp:txXfrm>
    </dsp:sp>
    <dsp:sp modelId="{721F8B4C-63E5-49C5-A056-494241C6F2B5}">
      <dsp:nvSpPr>
        <dsp:cNvPr id="0" name=""/>
        <dsp:cNvSpPr/>
      </dsp:nvSpPr>
      <dsp:spPr>
        <a:xfrm>
          <a:off x="3364992" y="1165571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Lack of transparency</a:t>
          </a:r>
          <a:endParaRPr lang="en-US" sz="1300" kern="1200"/>
        </a:p>
      </dsp:txBody>
      <dsp:txXfrm>
        <a:off x="3378501" y="1179080"/>
        <a:ext cx="3758598" cy="249721"/>
      </dsp:txXfrm>
    </dsp:sp>
    <dsp:sp modelId="{54CE4977-BB63-46A6-9E57-6038BE38D601}">
      <dsp:nvSpPr>
        <dsp:cNvPr id="0" name=""/>
        <dsp:cNvSpPr/>
      </dsp:nvSpPr>
      <dsp:spPr>
        <a:xfrm>
          <a:off x="3364992" y="1456147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4340054"/>
                <a:satOff val="-295"/>
                <a:lumOff val="70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340054"/>
                <a:satOff val="-295"/>
                <a:lumOff val="70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340054"/>
                <a:satOff val="-295"/>
                <a:lumOff val="70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Inconsistent responses</a:t>
          </a:r>
          <a:endParaRPr lang="en-US" sz="1300" kern="1200"/>
        </a:p>
      </dsp:txBody>
      <dsp:txXfrm>
        <a:off x="3378501" y="1469656"/>
        <a:ext cx="3758598" cy="249721"/>
      </dsp:txXfrm>
    </dsp:sp>
    <dsp:sp modelId="{55BB9D4F-3E58-493B-8139-025F0BBDB1DE}">
      <dsp:nvSpPr>
        <dsp:cNvPr id="0" name=""/>
        <dsp:cNvSpPr/>
      </dsp:nvSpPr>
      <dsp:spPr>
        <a:xfrm>
          <a:off x="3364992" y="1746723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No feedback on reports</a:t>
          </a:r>
          <a:endParaRPr lang="en-US" sz="1300" kern="1200"/>
        </a:p>
      </dsp:txBody>
      <dsp:txXfrm>
        <a:off x="3378501" y="1760232"/>
        <a:ext cx="3758598" cy="249721"/>
      </dsp:txXfrm>
    </dsp:sp>
    <dsp:sp modelId="{EC4CE5F7-7DAE-4A0D-96CD-22982F880C85}">
      <dsp:nvSpPr>
        <dsp:cNvPr id="0" name=""/>
        <dsp:cNvSpPr/>
      </dsp:nvSpPr>
      <dsp:spPr>
        <a:xfrm>
          <a:off x="3364992" y="2037299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3. Structural Barriers</a:t>
          </a:r>
          <a:endParaRPr lang="en-US" sz="1300" kern="1200"/>
        </a:p>
      </dsp:txBody>
      <dsp:txXfrm>
        <a:off x="3378501" y="2050808"/>
        <a:ext cx="3758598" cy="249721"/>
      </dsp:txXfrm>
    </dsp:sp>
    <dsp:sp modelId="{B79829B8-A1AE-4C44-A705-1F0D9660C290}">
      <dsp:nvSpPr>
        <dsp:cNvPr id="0" name=""/>
        <dsp:cNvSpPr/>
      </dsp:nvSpPr>
      <dsp:spPr>
        <a:xfrm>
          <a:off x="3364992" y="2327875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Time pressure, workload</a:t>
          </a:r>
          <a:endParaRPr lang="en-US" sz="1300" kern="1200"/>
        </a:p>
      </dsp:txBody>
      <dsp:txXfrm>
        <a:off x="3378501" y="2341384"/>
        <a:ext cx="3758598" cy="249721"/>
      </dsp:txXfrm>
    </dsp:sp>
    <dsp:sp modelId="{A22A4B65-C757-4547-A771-CA33583D2B3B}">
      <dsp:nvSpPr>
        <dsp:cNvPr id="0" name=""/>
        <dsp:cNvSpPr/>
      </dsp:nvSpPr>
      <dsp:spPr>
        <a:xfrm>
          <a:off x="3364992" y="2618451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7812096"/>
                <a:satOff val="-531"/>
                <a:lumOff val="12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812096"/>
                <a:satOff val="-531"/>
                <a:lumOff val="12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812096"/>
                <a:satOff val="-531"/>
                <a:lumOff val="12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Complex reporting tools</a:t>
          </a:r>
          <a:endParaRPr lang="en-US" sz="1300" kern="1200"/>
        </a:p>
      </dsp:txBody>
      <dsp:txXfrm>
        <a:off x="3378501" y="2631960"/>
        <a:ext cx="3758598" cy="249721"/>
      </dsp:txXfrm>
    </dsp:sp>
    <dsp:sp modelId="{AADD4654-DD47-42E5-B1EA-FA278A5D58B4}">
      <dsp:nvSpPr>
        <dsp:cNvPr id="0" name=""/>
        <dsp:cNvSpPr/>
      </dsp:nvSpPr>
      <dsp:spPr>
        <a:xfrm>
          <a:off x="3364992" y="2909027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Limited training &amp; resources</a:t>
          </a:r>
          <a:endParaRPr lang="en-US" sz="1300" kern="1200"/>
        </a:p>
      </dsp:txBody>
      <dsp:txXfrm>
        <a:off x="3378501" y="2922536"/>
        <a:ext cx="3758598" cy="249721"/>
      </dsp:txXfrm>
    </dsp:sp>
    <dsp:sp modelId="{59315C4D-51FD-4293-9A30-0C40D596961E}">
      <dsp:nvSpPr>
        <dsp:cNvPr id="0" name=""/>
        <dsp:cNvSpPr/>
      </dsp:nvSpPr>
      <dsp:spPr>
        <a:xfrm>
          <a:off x="3364992" y="3199603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9548117"/>
                <a:satOff val="-649"/>
                <a:lumOff val="15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548117"/>
                <a:satOff val="-649"/>
                <a:lumOff val="15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548117"/>
                <a:satOff val="-649"/>
                <a:lumOff val="15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4. Leadership &amp; Change Barriers</a:t>
          </a:r>
          <a:endParaRPr lang="en-US" sz="1300" kern="1200"/>
        </a:p>
      </dsp:txBody>
      <dsp:txXfrm>
        <a:off x="3378501" y="3213112"/>
        <a:ext cx="3758598" cy="249721"/>
      </dsp:txXfrm>
    </dsp:sp>
    <dsp:sp modelId="{45055D3D-8BCE-481E-A050-CBF216FADAAF}">
      <dsp:nvSpPr>
        <dsp:cNvPr id="0" name=""/>
        <dsp:cNvSpPr/>
      </dsp:nvSpPr>
      <dsp:spPr>
        <a:xfrm>
          <a:off x="3364992" y="3490179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Weak leadership commitment</a:t>
          </a:r>
          <a:endParaRPr lang="en-US" sz="1300" kern="1200"/>
        </a:p>
      </dsp:txBody>
      <dsp:txXfrm>
        <a:off x="3378501" y="3503688"/>
        <a:ext cx="3758598" cy="249721"/>
      </dsp:txXfrm>
    </dsp:sp>
    <dsp:sp modelId="{BAEE41A7-C90D-4AC0-B2C1-A0DF4F9F3D60}">
      <dsp:nvSpPr>
        <dsp:cNvPr id="0" name=""/>
        <dsp:cNvSpPr/>
      </dsp:nvSpPr>
      <dsp:spPr>
        <a:xfrm>
          <a:off x="3364992" y="3780756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11284139"/>
                <a:satOff val="-767"/>
                <a:lumOff val="18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284139"/>
                <a:satOff val="-767"/>
                <a:lumOff val="18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284139"/>
                <a:satOff val="-767"/>
                <a:lumOff val="18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Mixed messages about accountability</a:t>
          </a:r>
          <a:endParaRPr lang="en-US" sz="1300" kern="1200"/>
        </a:p>
      </dsp:txBody>
      <dsp:txXfrm>
        <a:off x="3378501" y="3794265"/>
        <a:ext cx="3758598" cy="249721"/>
      </dsp:txXfrm>
    </dsp:sp>
    <dsp:sp modelId="{86FDA842-A244-4A04-83D7-2A6DDE3DD570}">
      <dsp:nvSpPr>
        <dsp:cNvPr id="0" name=""/>
        <dsp:cNvSpPr/>
      </dsp:nvSpPr>
      <dsp:spPr>
        <a:xfrm>
          <a:off x="3364992" y="4071332"/>
          <a:ext cx="3785616" cy="27673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Resistance to change</a:t>
          </a:r>
          <a:endParaRPr lang="en-US" sz="1300" kern="1200"/>
        </a:p>
      </dsp:txBody>
      <dsp:txXfrm>
        <a:off x="3378501" y="4084841"/>
        <a:ext cx="3758598" cy="249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6DE1-2CE8-9C2A-826C-5C00AA8A4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1119D-6658-185F-E48E-3B56916C9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95EA5-16BC-81E1-10B2-DB68EA36E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2939D-4722-320F-CB5F-0048C3F8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3AA8C-2CF2-4761-82EF-AF923CFB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30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4E5F-7678-F7A8-FC48-69980687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5A9A5-0815-B674-A298-E9F6C7EBC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5F840-CCC5-9FB3-8FA5-707A625E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81355-5FAD-D64A-EE0D-90D4C937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553D8-3A50-E444-1F6A-9208EE7F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3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630D-17FC-1D2A-BA5D-A22049E9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A4968-3652-6A6E-41D1-B5513D802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2EDDB-C9D5-7BFF-4F1E-E724A54E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B2F79-2DAD-D03B-39C0-E6929EFF8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B561D-1A19-4108-7AA0-AB0770FB6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6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387C-52E8-4363-9900-6FB25903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3935B-B33F-FE54-ED67-E9CBA8107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BA82A-3652-507D-FA3A-D35102166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D3652-C94C-1170-8559-CAB3CE51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6CA2F-E1E9-F298-F203-8CC81760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4B8A1-D471-1402-F28E-3DCDB3E5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C86C-9C73-0C8B-E9C9-0390B9CD7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E55F8-1C40-B08E-E923-7B5955966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85465-494C-8824-4875-24FAB726F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DE3A7-8C55-F2B5-C1D2-F503D9A00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4C946-B671-D823-F437-FF57B0930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284C6-65FB-59CB-B4E0-3496D21BE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06662-B627-8F79-8A37-225E5A7B8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599FE-2514-B572-1A80-FCB477DB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1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574A-F879-FA15-E00F-B606E8BD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251C2-2DB7-C901-7577-B80509C0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C5F35-46F6-E52A-CD46-80ED89108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5577B2-F5AA-5C29-8069-327706B3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6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EABCB-B77B-582F-2448-96AF0BE9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4FC4B6-3DF5-4AF3-ADB0-872CDF64A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9709F-D682-4882-56F7-7DCF0ABF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C813-FF8D-D801-D5A5-AB8663347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75A08-A842-8E87-39BC-045270D3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4977-43F0-B6C0-DCDB-A085EEC07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4AFB9-E12D-0FCB-331C-53E0FC03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B23BF-489A-A80A-1F82-8162F055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1666F-A5AA-DEA1-D0EE-A60003E6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4B7A-0DEE-DFFE-5B35-798928F3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870E1-C853-1ED3-AB09-B571E3648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2C555-7867-DDA2-0A0F-1004B6EA9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BFF64-52CF-7CB0-5DED-EDD646B8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9B3BF-02EB-1FAC-9B2C-00754ABD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CA39B-54DD-0F0E-64D7-7BBC795A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79A1-EEDE-425E-8215-F547C1A6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F50FC-B2CE-8D6D-4BD6-CCBEB9312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286CD-9E34-70F8-C22A-FD35A16E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A4E8A-633A-7A9F-D131-CEE48E13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1C83A-CB05-88F4-0015-AC27AAE4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F42A8-DEF0-1B1B-4F2B-F64A913B8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AC627-5ADF-7CDB-F4EB-54886B468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1E5D7-8C20-6721-A877-E62AE8D8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95DA5-AE7C-0887-67A9-5226C5F9B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3CCEC-5B7A-9A1D-B11A-F54C5AB7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6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0243B-1584-1607-BFB1-636E9043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574C4-9532-5DC5-5BEE-4ACE71947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43B1C-F230-DB9E-1ECC-12760DD0F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E4148-A75F-432F-A56B-E9FE3EA3518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21881-25F2-EB6F-4F39-7E21D048B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D2BBE-D51A-62E1-FA97-B78C966C2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E93FA-20CD-4110-B2C1-A04BFC954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5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icken wire close-up">
            <a:extLst>
              <a:ext uri="{FF2B5EF4-FFF2-40B4-BE49-F238E27FC236}">
                <a16:creationId xmlns:a16="http://schemas.microsoft.com/office/drawing/2014/main" id="{8310C5CF-AED7-4A9F-BEE4-ECD13CAB19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235" b="149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AB1BD0-E86A-9C0C-06F5-C0D02520D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Barriers to Implementing a Just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5650C0-3B9A-1122-A23B-7EC22BAF5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Kristopher Kuenning</a:t>
            </a:r>
          </a:p>
          <a:p>
            <a:r>
              <a:rPr lang="en-US" sz="1100">
                <a:solidFill>
                  <a:srgbClr val="FFFFFF"/>
                </a:solidFill>
              </a:rPr>
              <a:t>12/07/2025</a:t>
            </a:r>
          </a:p>
          <a:p>
            <a:r>
              <a:rPr lang="en-US" sz="1100">
                <a:solidFill>
                  <a:srgbClr val="FFFFFF"/>
                </a:solidFill>
              </a:rPr>
              <a:t>CSD380</a:t>
            </a:r>
          </a:p>
          <a:p>
            <a:r>
              <a:rPr lang="en-US" sz="1100">
                <a:solidFill>
                  <a:srgbClr val="FFFFFF"/>
                </a:solidFill>
              </a:rPr>
              <a:t>Module 9</a:t>
            </a:r>
          </a:p>
        </p:txBody>
      </p:sp>
    </p:spTree>
    <p:extLst>
      <p:ext uri="{BB962C8B-B14F-4D97-AF65-F5344CB8AC3E}">
        <p14:creationId xmlns:p14="http://schemas.microsoft.com/office/powerpoint/2010/main" val="2864653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18C5B-61EB-03C4-7BB0-907540DD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is a Just Culture?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FC0EE91-868E-DF3D-F973-4D73915AC4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816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978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3EC3A6-7A66-651A-685C-6328244D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</a:rPr>
              <a:t>Why Implementation is Difficult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92481768-CBBB-86E1-36F5-E5270A43C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5545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856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048F9C-73DC-45EC-6A02-F00D6239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Cultural Barriers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C395AC91-89C5-7932-61E0-1627AC5BC1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1591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041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241E9-C7FC-6AE7-08AB-73EE044A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Structural &amp; Resource Barriers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1DD090-A1C5-E8D7-F496-A7972361E0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001182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7533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0928EB-3347-B4CF-1296-476847696A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680" b="80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BA4A0-E822-A9C4-3AD8-D0BCD578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Key Barriers to a Just Culture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BAA1BA7-3A12-A958-2AAA-32BBD89118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9598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104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2EF6F-3563-D524-EF13-6F8AE9D6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4889-D4C9-6B24-7655-082D1ED6A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“Overcoming barriers to a just culture.” (n.d.). Health Quality Alberta / Just Culture. https://justculture.hqa.ca/overcoming-barriers-to-a-just-culture/?.com</a:t>
            </a:r>
          </a:p>
          <a:p>
            <a:r>
              <a:rPr lang="en-US" sz="2000"/>
              <a:t>Patientsafety.com. (2024, January 31). </a:t>
            </a:r>
            <a:r>
              <a:rPr lang="en-US" sz="2000" i="1"/>
              <a:t>Barriers to incident reporting in healthcare</a:t>
            </a:r>
            <a:r>
              <a:rPr lang="en-US" sz="2000"/>
              <a:t>. https://www.patientsafety.com/en/blog/barriers-to-incident-reporting?.com</a:t>
            </a:r>
          </a:p>
          <a:p>
            <a:r>
              <a:rPr lang="en-US" sz="2000"/>
              <a:t>Waring, J. J. (2005). Beyond Blame: Cultural Barriers to Medical Incident Reporting. </a:t>
            </a:r>
            <a:r>
              <a:rPr lang="en-US" sz="2000" i="1"/>
              <a:t>Social Scienc e &amp; Medicine, 60</a:t>
            </a:r>
            <a:r>
              <a:rPr lang="en-US" sz="2000"/>
              <a:t>(9), 1927–1935 https://www.sciencedirect.com/science/article/abs/pii/S0277953604004666?.com</a:t>
            </a:r>
          </a:p>
        </p:txBody>
      </p:sp>
    </p:spTree>
    <p:extLst>
      <p:ext uri="{BB962C8B-B14F-4D97-AF65-F5344CB8AC3E}">
        <p14:creationId xmlns:p14="http://schemas.microsoft.com/office/powerpoint/2010/main" val="245804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406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Barriers to Implementing a Just Culture</vt:lpstr>
      <vt:lpstr>What is a Just Culture?</vt:lpstr>
      <vt:lpstr>Why Implementation is Difficult</vt:lpstr>
      <vt:lpstr>Cultural Barriers</vt:lpstr>
      <vt:lpstr>Structural &amp; Resource Barriers</vt:lpstr>
      <vt:lpstr>Key Barriers to a Just Culture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Kuenning</dc:creator>
  <cp:lastModifiedBy>Kris Kuenning</cp:lastModifiedBy>
  <cp:revision>1</cp:revision>
  <dcterms:created xsi:type="dcterms:W3CDTF">2025-12-08T05:21:28Z</dcterms:created>
  <dcterms:modified xsi:type="dcterms:W3CDTF">2025-12-08T05:41:42Z</dcterms:modified>
</cp:coreProperties>
</file>